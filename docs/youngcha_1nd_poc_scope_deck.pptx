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우영하" userId="16326280-4b73-49c6-ae55-d757829f7f37" providerId="ADAL" clId="{6381D7DB-60F0-4D71-A0B3-1498DE4C6E33}"/>
    <pc:docChg chg="undo custSel addSld delSld modSld">
      <pc:chgData name="우영하" userId="16326280-4b73-49c6-ae55-d757829f7f37" providerId="ADAL" clId="{6381D7DB-60F0-4D71-A0B3-1498DE4C6E33}" dt="2026-07-20T01:11:22.256" v="152" actId="47"/>
      <pc:docMkLst>
        <pc:docMk/>
      </pc:docMkLst>
      <pc:sldChg chg="addSp modSp mod">
        <pc:chgData name="우영하" userId="16326280-4b73-49c6-ae55-d757829f7f37" providerId="ADAL" clId="{6381D7DB-60F0-4D71-A0B3-1498DE4C6E33}" dt="2026-07-16T01:55:24.225" v="150" actId="2085"/>
        <pc:sldMkLst>
          <pc:docMk/>
          <pc:sldMk cId="0" sldId="256"/>
        </pc:sldMkLst>
        <pc:spChg chg="mod">
          <ac:chgData name="우영하" userId="16326280-4b73-49c6-ae55-d757829f7f37" providerId="ADAL" clId="{6381D7DB-60F0-4D71-A0B3-1498DE4C6E33}" dt="2026-07-16T01:54:51.208" v="143" actId="6549"/>
          <ac:spMkLst>
            <pc:docMk/>
            <pc:sldMk cId="0" sldId="256"/>
            <ac:spMk id="15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55:18.187" v="148" actId="6549"/>
          <ac:spMkLst>
            <pc:docMk/>
            <pc:sldMk cId="0" sldId="256"/>
            <ac:spMk id="16" creationId="{00000000-0000-0000-0000-000000000000}"/>
          </ac:spMkLst>
        </pc:spChg>
        <pc:spChg chg="add mod">
          <ac:chgData name="우영하" userId="16326280-4b73-49c6-ae55-d757829f7f37" providerId="ADAL" clId="{6381D7DB-60F0-4D71-A0B3-1498DE4C6E33}" dt="2026-07-16T01:55:05.222" v="146" actId="2710"/>
          <ac:spMkLst>
            <pc:docMk/>
            <pc:sldMk cId="0" sldId="256"/>
            <ac:spMk id="18" creationId="{30612BA8-4B81-9C34-3E83-417755F1F9F9}"/>
          </ac:spMkLst>
        </pc:spChg>
        <pc:spChg chg="add mod">
          <ac:chgData name="우영하" userId="16326280-4b73-49c6-ae55-d757829f7f37" providerId="ADAL" clId="{6381D7DB-60F0-4D71-A0B3-1498DE4C6E33}" dt="2026-07-16T01:55:24.225" v="150" actId="2085"/>
          <ac:spMkLst>
            <pc:docMk/>
            <pc:sldMk cId="0" sldId="256"/>
            <ac:spMk id="19" creationId="{0029BE50-2B29-7F8B-8E37-4362EAE3C735}"/>
          </ac:spMkLst>
        </pc:spChg>
      </pc:sldChg>
      <pc:sldChg chg="addSp modSp mod">
        <pc:chgData name="우영하" userId="16326280-4b73-49c6-ae55-d757829f7f37" providerId="ADAL" clId="{6381D7DB-60F0-4D71-A0B3-1498DE4C6E33}" dt="2026-07-16T01:27:05.669" v="41" actId="2710"/>
        <pc:sldMkLst>
          <pc:docMk/>
          <pc:sldMk cId="0" sldId="257"/>
        </pc:sldMkLst>
        <pc:spChg chg="mod">
          <ac:chgData name="우영하" userId="16326280-4b73-49c6-ae55-d757829f7f37" providerId="ADAL" clId="{6381D7DB-60F0-4D71-A0B3-1498DE4C6E33}" dt="2026-07-16T01:25:49.504" v="16" actId="6549"/>
          <ac:spMkLst>
            <pc:docMk/>
            <pc:sldMk cId="0" sldId="257"/>
            <ac:spMk id="10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26:29.225" v="32" actId="6549"/>
          <ac:spMkLst>
            <pc:docMk/>
            <pc:sldMk cId="0" sldId="257"/>
            <ac:spMk id="11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26:58.303" v="39" actId="6549"/>
          <ac:spMkLst>
            <pc:docMk/>
            <pc:sldMk cId="0" sldId="257"/>
            <ac:spMk id="12" creationId="{00000000-0000-0000-0000-000000000000}"/>
          </ac:spMkLst>
        </pc:spChg>
        <pc:spChg chg="add mod">
          <ac:chgData name="우영하" userId="16326280-4b73-49c6-ae55-d757829f7f37" providerId="ADAL" clId="{6381D7DB-60F0-4D71-A0B3-1498DE4C6E33}" dt="2026-07-16T01:26:40.070" v="34" actId="2710"/>
          <ac:spMkLst>
            <pc:docMk/>
            <pc:sldMk cId="0" sldId="257"/>
            <ac:spMk id="16" creationId="{F1D56BC6-8DDF-0622-91CC-AA941B7FB928}"/>
          </ac:spMkLst>
        </pc:spChg>
        <pc:spChg chg="add mod">
          <ac:chgData name="우영하" userId="16326280-4b73-49c6-ae55-d757829f7f37" providerId="ADAL" clId="{6381D7DB-60F0-4D71-A0B3-1498DE4C6E33}" dt="2026-07-16T01:26:42.692" v="35" actId="2710"/>
          <ac:spMkLst>
            <pc:docMk/>
            <pc:sldMk cId="0" sldId="257"/>
            <ac:spMk id="17" creationId="{29CC625F-5C6E-639E-FCB9-8996932D15A1}"/>
          </ac:spMkLst>
        </pc:spChg>
        <pc:spChg chg="add mod">
          <ac:chgData name="우영하" userId="16326280-4b73-49c6-ae55-d757829f7f37" providerId="ADAL" clId="{6381D7DB-60F0-4D71-A0B3-1498DE4C6E33}" dt="2026-07-16T01:27:05.669" v="41" actId="2710"/>
          <ac:spMkLst>
            <pc:docMk/>
            <pc:sldMk cId="0" sldId="257"/>
            <ac:spMk id="18" creationId="{247F0DD2-27DD-BEC1-B8C8-8F49D5BF2C9F}"/>
          </ac:spMkLst>
        </pc:spChg>
      </pc:sldChg>
      <pc:sldChg chg="addSp modSp mod">
        <pc:chgData name="우영하" userId="16326280-4b73-49c6-ae55-d757829f7f37" providerId="ADAL" clId="{6381D7DB-60F0-4D71-A0B3-1498DE4C6E33}" dt="2026-07-16T01:33:22.170" v="90" actId="14100"/>
        <pc:sldMkLst>
          <pc:docMk/>
          <pc:sldMk cId="0" sldId="258"/>
        </pc:sldMkLst>
        <pc:spChg chg="mod">
          <ac:chgData name="우영하" userId="16326280-4b73-49c6-ae55-d757829f7f37" providerId="ADAL" clId="{6381D7DB-60F0-4D71-A0B3-1498DE4C6E33}" dt="2026-07-16T01:29:07.816" v="61" actId="1035"/>
          <ac:spMkLst>
            <pc:docMk/>
            <pc:sldMk cId="0" sldId="258"/>
            <ac:spMk id="6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29:44.762" v="63" actId="6549"/>
          <ac:spMkLst>
            <pc:docMk/>
            <pc:sldMk cId="0" sldId="258"/>
            <ac:spMk id="7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30:17.421" v="69" actId="6549"/>
          <ac:spMkLst>
            <pc:docMk/>
            <pc:sldMk cId="0" sldId="258"/>
            <ac:spMk id="8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33:22.170" v="90" actId="14100"/>
          <ac:spMkLst>
            <pc:docMk/>
            <pc:sldMk cId="0" sldId="258"/>
            <ac:spMk id="9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33:22.170" v="90" actId="14100"/>
          <ac:spMkLst>
            <pc:docMk/>
            <pc:sldMk cId="0" sldId="258"/>
            <ac:spMk id="10" creationId="{00000000-0000-0000-0000-000000000000}"/>
          </ac:spMkLst>
        </pc:spChg>
        <pc:spChg chg="add mod">
          <ac:chgData name="우영하" userId="16326280-4b73-49c6-ae55-d757829f7f37" providerId="ADAL" clId="{6381D7DB-60F0-4D71-A0B3-1498DE4C6E33}" dt="2026-07-16T01:29:07.816" v="61" actId="1035"/>
          <ac:spMkLst>
            <pc:docMk/>
            <pc:sldMk cId="0" sldId="258"/>
            <ac:spMk id="12" creationId="{EDB390D9-3001-6D2F-DA19-96DE6B1A228F}"/>
          </ac:spMkLst>
        </pc:spChg>
        <pc:spChg chg="add mod">
          <ac:chgData name="우영하" userId="16326280-4b73-49c6-ae55-d757829f7f37" providerId="ADAL" clId="{6381D7DB-60F0-4D71-A0B3-1498DE4C6E33}" dt="2026-07-16T01:30:07.603" v="67" actId="12"/>
          <ac:spMkLst>
            <pc:docMk/>
            <pc:sldMk cId="0" sldId="258"/>
            <ac:spMk id="13" creationId="{3DA22FC9-2E6E-AF4A-B442-FFF2D558CD55}"/>
          </ac:spMkLst>
        </pc:spChg>
        <pc:spChg chg="add mod">
          <ac:chgData name="우영하" userId="16326280-4b73-49c6-ae55-d757829f7f37" providerId="ADAL" clId="{6381D7DB-60F0-4D71-A0B3-1498DE4C6E33}" dt="2026-07-16T01:30:38.722" v="73" actId="2710"/>
          <ac:spMkLst>
            <pc:docMk/>
            <pc:sldMk cId="0" sldId="258"/>
            <ac:spMk id="14" creationId="{739CE40B-21B1-C6E1-A36F-805AF88C6621}"/>
          </ac:spMkLst>
        </pc:spChg>
        <pc:spChg chg="add mod">
          <ac:chgData name="우영하" userId="16326280-4b73-49c6-ae55-d757829f7f37" providerId="ADAL" clId="{6381D7DB-60F0-4D71-A0B3-1498DE4C6E33}" dt="2026-07-16T01:33:12.607" v="89" actId="27636"/>
          <ac:spMkLst>
            <pc:docMk/>
            <pc:sldMk cId="0" sldId="258"/>
            <ac:spMk id="15" creationId="{75C8C1D9-2727-340B-D644-B69F216E0E54}"/>
          </ac:spMkLst>
        </pc:spChg>
        <pc:spChg chg="add mod">
          <ac:chgData name="우영하" userId="16326280-4b73-49c6-ae55-d757829f7f37" providerId="ADAL" clId="{6381D7DB-60F0-4D71-A0B3-1498DE4C6E33}" dt="2026-07-16T01:33:06.923" v="87" actId="1076"/>
          <ac:spMkLst>
            <pc:docMk/>
            <pc:sldMk cId="0" sldId="258"/>
            <ac:spMk id="16" creationId="{784B349F-F737-5E1B-0231-DCF883762494}"/>
          </ac:spMkLst>
        </pc:spChg>
      </pc:sldChg>
      <pc:sldChg chg="addSp modSp mod">
        <pc:chgData name="우영하" userId="16326280-4b73-49c6-ae55-d757829f7f37" providerId="ADAL" clId="{6381D7DB-60F0-4D71-A0B3-1498DE4C6E33}" dt="2026-07-16T01:37:17.961" v="121" actId="14100"/>
        <pc:sldMkLst>
          <pc:docMk/>
          <pc:sldMk cId="0" sldId="260"/>
        </pc:sldMkLst>
        <pc:spChg chg="mod">
          <ac:chgData name="우영하" userId="16326280-4b73-49c6-ae55-d757829f7f37" providerId="ADAL" clId="{6381D7DB-60F0-4D71-A0B3-1498DE4C6E33}" dt="2026-07-16T01:34:55.670" v="92" actId="6549"/>
          <ac:spMkLst>
            <pc:docMk/>
            <pc:sldMk cId="0" sldId="260"/>
            <ac:spMk id="6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35:12.758" v="96" actId="6549"/>
          <ac:spMkLst>
            <pc:docMk/>
            <pc:sldMk cId="0" sldId="260"/>
            <ac:spMk id="9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35:25.179" v="100" actId="6549"/>
          <ac:spMkLst>
            <pc:docMk/>
            <pc:sldMk cId="0" sldId="260"/>
            <ac:spMk id="12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35:32.870" v="104" actId="6549"/>
          <ac:spMkLst>
            <pc:docMk/>
            <pc:sldMk cId="0" sldId="260"/>
            <ac:spMk id="15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36:42.033" v="118" actId="107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37:12.313" v="119" actId="14100"/>
          <ac:spMkLst>
            <pc:docMk/>
            <pc:sldMk cId="0" sldId="260"/>
            <ac:spMk id="17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36:42.033" v="118" actId="1076"/>
          <ac:spMkLst>
            <pc:docMk/>
            <pc:sldMk cId="0" sldId="260"/>
            <ac:spMk id="18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37:17.961" v="121" actId="14100"/>
          <ac:spMkLst>
            <pc:docMk/>
            <pc:sldMk cId="0" sldId="260"/>
            <ac:spMk id="19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36:42.033" v="118" actId="1076"/>
          <ac:spMkLst>
            <pc:docMk/>
            <pc:sldMk cId="0" sldId="260"/>
            <ac:spMk id="20" creationId="{00000000-0000-0000-0000-000000000000}"/>
          </ac:spMkLst>
        </pc:spChg>
        <pc:spChg chg="mod">
          <ac:chgData name="우영하" userId="16326280-4b73-49c6-ae55-d757829f7f37" providerId="ADAL" clId="{6381D7DB-60F0-4D71-A0B3-1498DE4C6E33}" dt="2026-07-16T01:36:36.867" v="117" actId="1076"/>
          <ac:spMkLst>
            <pc:docMk/>
            <pc:sldMk cId="0" sldId="260"/>
            <ac:spMk id="21" creationId="{00000000-0000-0000-0000-000000000000}"/>
          </ac:spMkLst>
        </pc:spChg>
        <pc:spChg chg="add mod">
          <ac:chgData name="우영하" userId="16326280-4b73-49c6-ae55-d757829f7f37" providerId="ADAL" clId="{6381D7DB-60F0-4D71-A0B3-1498DE4C6E33}" dt="2026-07-16T01:34:59.688" v="94" actId="207"/>
          <ac:spMkLst>
            <pc:docMk/>
            <pc:sldMk cId="0" sldId="260"/>
            <ac:spMk id="22" creationId="{D1BA2EC2-FC0C-4D26-CAAA-BC02BFEC708D}"/>
          </ac:spMkLst>
        </pc:spChg>
        <pc:spChg chg="add mod">
          <ac:chgData name="우영하" userId="16326280-4b73-49c6-ae55-d757829f7f37" providerId="ADAL" clId="{6381D7DB-60F0-4D71-A0B3-1498DE4C6E33}" dt="2026-07-16T01:35:16.482" v="98" actId="207"/>
          <ac:spMkLst>
            <pc:docMk/>
            <pc:sldMk cId="0" sldId="260"/>
            <ac:spMk id="23" creationId="{11CEBAFB-22A2-EAE1-42E1-112BB1127738}"/>
          </ac:spMkLst>
        </pc:spChg>
        <pc:spChg chg="add mod">
          <ac:chgData name="우영하" userId="16326280-4b73-49c6-ae55-d757829f7f37" providerId="ADAL" clId="{6381D7DB-60F0-4D71-A0B3-1498DE4C6E33}" dt="2026-07-16T01:35:28.312" v="102" actId="207"/>
          <ac:spMkLst>
            <pc:docMk/>
            <pc:sldMk cId="0" sldId="260"/>
            <ac:spMk id="24" creationId="{9F045E33-F14B-0649-596E-761184B3C82E}"/>
          </ac:spMkLst>
        </pc:spChg>
        <pc:spChg chg="add mod">
          <ac:chgData name="우영하" userId="16326280-4b73-49c6-ae55-d757829f7f37" providerId="ADAL" clId="{6381D7DB-60F0-4D71-A0B3-1498DE4C6E33}" dt="2026-07-16T01:35:36.725" v="106" actId="2085"/>
          <ac:spMkLst>
            <pc:docMk/>
            <pc:sldMk cId="0" sldId="260"/>
            <ac:spMk id="25" creationId="{FDCC4CB6-B51F-285B-A284-FECA21FC694B}"/>
          </ac:spMkLst>
        </pc:spChg>
        <pc:spChg chg="add mod">
          <ac:chgData name="우영하" userId="16326280-4b73-49c6-ae55-d757829f7f37" providerId="ADAL" clId="{6381D7DB-60F0-4D71-A0B3-1498DE4C6E33}" dt="2026-07-16T01:36:42.033" v="118" actId="1076"/>
          <ac:spMkLst>
            <pc:docMk/>
            <pc:sldMk cId="0" sldId="260"/>
            <ac:spMk id="26" creationId="{1DDEA393-DB92-B5D1-33C7-BC0112C34049}"/>
          </ac:spMkLst>
        </pc:spChg>
        <pc:spChg chg="add mod">
          <ac:chgData name="우영하" userId="16326280-4b73-49c6-ae55-d757829f7f37" providerId="ADAL" clId="{6381D7DB-60F0-4D71-A0B3-1498DE4C6E33}" dt="2026-07-16T01:37:15.263" v="120" actId="1076"/>
          <ac:spMkLst>
            <pc:docMk/>
            <pc:sldMk cId="0" sldId="260"/>
            <ac:spMk id="27" creationId="{3EC41F1B-5E45-7F31-D253-1ECEA3228013}"/>
          </ac:spMkLst>
        </pc:spChg>
      </pc:sldChg>
      <pc:sldChg chg="addSp delSp modSp add mod">
        <pc:chgData name="우영하" userId="16326280-4b73-49c6-ae55-d757829f7f37" providerId="ADAL" clId="{6381D7DB-60F0-4D71-A0B3-1498DE4C6E33}" dt="2026-07-16T01:54:00.325" v="141" actId="20577"/>
        <pc:sldMkLst>
          <pc:docMk/>
          <pc:sldMk cId="4399073" sldId="261"/>
        </pc:sldMkLst>
        <pc:spChg chg="add">
          <ac:chgData name="우영하" userId="16326280-4b73-49c6-ae55-d757829f7f37" providerId="ADAL" clId="{6381D7DB-60F0-4D71-A0B3-1498DE4C6E33}" dt="2026-07-16T01:53:28.638" v="124" actId="22"/>
          <ac:spMkLst>
            <pc:docMk/>
            <pc:sldMk cId="4399073" sldId="261"/>
            <ac:spMk id="37" creationId="{3AC2FB4D-5D97-1CC7-B5C9-D089D24AA962}"/>
          </ac:spMkLst>
        </pc:spChg>
        <pc:spChg chg="add">
          <ac:chgData name="우영하" userId="16326280-4b73-49c6-ae55-d757829f7f37" providerId="ADAL" clId="{6381D7DB-60F0-4D71-A0B3-1498DE4C6E33}" dt="2026-07-16T01:53:28.638" v="124" actId="22"/>
          <ac:spMkLst>
            <pc:docMk/>
            <pc:sldMk cId="4399073" sldId="261"/>
            <ac:spMk id="39" creationId="{6AB96477-69B0-EFFE-29CA-AF52902FFEDA}"/>
          </ac:spMkLst>
        </pc:spChg>
        <pc:spChg chg="add">
          <ac:chgData name="우영하" userId="16326280-4b73-49c6-ae55-d757829f7f37" providerId="ADAL" clId="{6381D7DB-60F0-4D71-A0B3-1498DE4C6E33}" dt="2026-07-16T01:53:28.638" v="124" actId="22"/>
          <ac:spMkLst>
            <pc:docMk/>
            <pc:sldMk cId="4399073" sldId="261"/>
            <ac:spMk id="47" creationId="{8A43BA3B-4231-D9B2-978F-E12A3B3F9A64}"/>
          </ac:spMkLst>
        </pc:spChg>
        <pc:spChg chg="add">
          <ac:chgData name="우영하" userId="16326280-4b73-49c6-ae55-d757829f7f37" providerId="ADAL" clId="{6381D7DB-60F0-4D71-A0B3-1498DE4C6E33}" dt="2026-07-16T01:53:28.638" v="124" actId="22"/>
          <ac:spMkLst>
            <pc:docMk/>
            <pc:sldMk cId="4399073" sldId="261"/>
            <ac:spMk id="49" creationId="{FDBB63BB-9045-65B0-A22E-18A0FDC4E9EA}"/>
          </ac:spMkLst>
        </pc:spChg>
        <pc:spChg chg="add">
          <ac:chgData name="우영하" userId="16326280-4b73-49c6-ae55-d757829f7f37" providerId="ADAL" clId="{6381D7DB-60F0-4D71-A0B3-1498DE4C6E33}" dt="2026-07-16T01:53:28.638" v="124" actId="22"/>
          <ac:spMkLst>
            <pc:docMk/>
            <pc:sldMk cId="4399073" sldId="261"/>
            <ac:spMk id="55" creationId="{EC0AE000-E881-4D37-7D01-F4AD66BDF4EF}"/>
          </ac:spMkLst>
        </pc:spChg>
        <pc:spChg chg="add mod">
          <ac:chgData name="우영하" userId="16326280-4b73-49c6-ae55-d757829f7f37" providerId="ADAL" clId="{6381D7DB-60F0-4D71-A0B3-1498DE4C6E33}" dt="2026-07-16T01:54:00.325" v="141" actId="20577"/>
          <ac:spMkLst>
            <pc:docMk/>
            <pc:sldMk cId="4399073" sldId="261"/>
            <ac:spMk id="61" creationId="{81CCA012-7566-42AC-B0D7-F4D246E3037F}"/>
          </ac:spMkLst>
        </pc:spChg>
        <pc:spChg chg="add">
          <ac:chgData name="우영하" userId="16326280-4b73-49c6-ae55-d757829f7f37" providerId="ADAL" clId="{6381D7DB-60F0-4D71-A0B3-1498DE4C6E33}" dt="2026-07-16T01:53:28.638" v="124" actId="22"/>
          <ac:spMkLst>
            <pc:docMk/>
            <pc:sldMk cId="4399073" sldId="261"/>
            <ac:spMk id="63" creationId="{C5593417-3FFB-DC7E-6CC2-7770E5AB3700}"/>
          </ac:spMkLst>
        </pc:spChg>
        <pc:spChg chg="add">
          <ac:chgData name="우영하" userId="16326280-4b73-49c6-ae55-d757829f7f37" providerId="ADAL" clId="{6381D7DB-60F0-4D71-A0B3-1498DE4C6E33}" dt="2026-07-16T01:53:28.638" v="124" actId="22"/>
          <ac:spMkLst>
            <pc:docMk/>
            <pc:sldMk cId="4399073" sldId="261"/>
            <ac:spMk id="65" creationId="{7F3C31AA-7970-13C9-157F-9C037D265092}"/>
          </ac:spMkLst>
        </pc:spChg>
        <pc:spChg chg="add">
          <ac:chgData name="우영하" userId="16326280-4b73-49c6-ae55-d757829f7f37" providerId="ADAL" clId="{6381D7DB-60F0-4D71-A0B3-1498DE4C6E33}" dt="2026-07-16T01:53:28.638" v="124" actId="22"/>
          <ac:spMkLst>
            <pc:docMk/>
            <pc:sldMk cId="4399073" sldId="261"/>
            <ac:spMk id="73" creationId="{AA66B504-AB3B-F4BF-F311-F63007859A27}"/>
          </ac:spMkLst>
        </pc:spChg>
        <pc:spChg chg="add">
          <ac:chgData name="우영하" userId="16326280-4b73-49c6-ae55-d757829f7f37" providerId="ADAL" clId="{6381D7DB-60F0-4D71-A0B3-1498DE4C6E33}" dt="2026-07-16T01:53:28.638" v="124" actId="22"/>
          <ac:spMkLst>
            <pc:docMk/>
            <pc:sldMk cId="4399073" sldId="261"/>
            <ac:spMk id="81" creationId="{D664F620-70A0-D867-6BC1-00AEECEA436B}"/>
          </ac:spMkLst>
        </pc:spChg>
      </pc:sldChg>
      <pc:sldChg chg="add del">
        <pc:chgData name="우영하" userId="16326280-4b73-49c6-ae55-d757829f7f37" providerId="ADAL" clId="{6381D7DB-60F0-4D71-A0B3-1498DE4C6E33}" dt="2026-07-20T01:11:22.256" v="152" actId="47"/>
        <pc:sldMkLst>
          <pc:docMk/>
          <pc:sldMk cId="3289563305" sldId="26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5424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8DB75-16C1-C802-CAA7-893C52F0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05138-A835-0AEF-ACFC-6824A51D8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2A82C2-E630-90E6-E729-869933D64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824A5E-C4CB-9F7A-D826-30D72765EF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974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영차 1차 POC 범위 및</a:t>
            </a:r>
            <a:endParaRPr lang="en-US" sz="3100" dirty="0">
              <a:latin typeface="맑은 고딕" panose="020B0503020000020004" pitchFamily="34" charset="-127"/>
            </a:endParaRPr>
          </a:p>
          <a:p>
            <a:pPr marL="0" indent="0">
              <a:buNone/>
            </a:pPr>
            <a:r>
              <a:rPr lang="en-US" sz="310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구현·검수 정의서 공유</a:t>
            </a:r>
            <a:endParaRPr lang="en-US" sz="3100" dirty="0">
              <a:latin typeface="맑은 고딕" panose="020B0503020000020004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676656" y="2359152"/>
            <a:ext cx="2011680" cy="310896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대표님·상무님 보고용</a:t>
            </a:r>
            <a:endParaRPr lang="en-US" sz="1100" dirty="0">
              <a:latin typeface="맑은 고딕" panose="020B0503020000020004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676656" y="2871216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47556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목표는 완성형 제품 개발이 아니라, 고객 앱과 관리자 화면이 하나의 베이 상태 데이터를 공유하는 핵심 가능성 검증입니다.</a:t>
            </a:r>
            <a:endParaRPr lang="en-US" sz="1420" dirty="0">
              <a:latin typeface="맑은 고딕" panose="020B0503020000020004" pitchFamily="34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3232" y="4023360"/>
            <a:ext cx="987552" cy="749808"/>
          </a:xfrm>
          <a:prstGeom prst="rect">
            <a:avLst/>
          </a:prstGeom>
          <a:solidFill>
            <a:srgbClr val="FFFFFF"/>
          </a:solidFill>
          <a:ln>
            <a:solidFill>
              <a:srgbClr val="06A85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사용 가능</a:t>
            </a:r>
            <a:endParaRPr lang="en-US" sz="110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베이 확인</a:t>
            </a:r>
            <a:endParaRPr lang="en-US" sz="1100" dirty="0">
              <a:latin typeface="맑은 고딕" panose="020B0503020000020004" pitchFamily="34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737360" y="4224528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  <a:endParaRPr lang="en-US" sz="2000" dirty="0">
              <a:latin typeface="맑은 고딕" panose="020B0503020000020004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1975104" y="4023360"/>
            <a:ext cx="987552" cy="749808"/>
          </a:xfrm>
          <a:prstGeom prst="rect">
            <a:avLst/>
          </a:prstGeom>
          <a:solidFill>
            <a:srgbClr val="FFFFFF"/>
          </a:solidFill>
          <a:ln>
            <a:solidFill>
              <a:srgbClr val="0B50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즉시 결제</a:t>
            </a:r>
            <a:endParaRPr lang="en-US" sz="1100" dirty="0">
              <a:latin typeface="맑은 고딕" panose="020B0503020000020004" pitchFamily="34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999232" y="4224528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  <a:endParaRPr lang="en-US" sz="2000" dirty="0">
              <a:latin typeface="맑은 고딕" panose="020B0503020000020004" pitchFamily="34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36976" y="4023360"/>
            <a:ext cx="987552" cy="749808"/>
          </a:xfrm>
          <a:prstGeom prst="rect">
            <a:avLst/>
          </a:prstGeom>
          <a:solidFill>
            <a:srgbClr val="FFFFFF"/>
          </a:solidFill>
          <a:ln>
            <a:solidFill>
              <a:srgbClr val="EC891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891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사용 중</a:t>
            </a:r>
            <a:endParaRPr lang="en-US" sz="110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EC891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세차 진행</a:t>
            </a:r>
            <a:endParaRPr lang="en-US" sz="1100" dirty="0">
              <a:latin typeface="맑은 고딕" panose="020B0503020000020004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261104" y="4224528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  <a:endParaRPr lang="en-US" sz="2000" dirty="0">
              <a:latin typeface="맑은 고딕" panose="020B0503020000020004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98848" y="4023360"/>
            <a:ext cx="987552" cy="749808"/>
          </a:xfrm>
          <a:prstGeom prst="rect">
            <a:avLst/>
          </a:prstGeom>
          <a:solidFill>
            <a:srgbClr val="FFFFFF"/>
          </a:solidFill>
          <a:ln>
            <a:solidFill>
              <a:srgbClr val="636CCC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36CCC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완료 처리</a:t>
            </a:r>
            <a:endParaRPr lang="en-US" sz="1100" dirty="0">
              <a:latin typeface="맑은 고딕" panose="020B0503020000020004" pitchFamily="34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22976" y="4224528"/>
            <a:ext cx="219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  <a:endParaRPr lang="en-US" sz="2000" dirty="0">
              <a:latin typeface="맑은 고딕" panose="020B0503020000020004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760720" y="4023360"/>
            <a:ext cx="987552" cy="749808"/>
          </a:xfrm>
          <a:prstGeom prst="rect">
            <a:avLst/>
          </a:prstGeom>
          <a:solidFill>
            <a:srgbClr val="FFFFFF"/>
          </a:solidFill>
          <a:ln>
            <a:solidFill>
              <a:srgbClr val="06A85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사용 가능</a:t>
            </a:r>
            <a:endParaRPr lang="en-US" sz="110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110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복귀</a:t>
            </a:r>
            <a:endParaRPr lang="en-US" sz="1100" dirty="0">
              <a:latin typeface="맑은 고딕" panose="020B0503020000020004" pitchFamily="34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5285232"/>
            <a:ext cx="2971800" cy="329184"/>
          </a:xfrm>
          <a:prstGeom prst="rect">
            <a:avLst/>
          </a:prstGeom>
          <a:solidFill>
            <a:srgbClr val="FFF1F2"/>
          </a:solidFill>
          <a:ln>
            <a:solidFill>
              <a:srgbClr val="FFF1F2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05C6A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예약 기능은 서비스 정책상 미제공</a:t>
            </a:r>
            <a:endParaRPr lang="en-US" sz="1100" dirty="0">
              <a:latin typeface="맑은 고딕" panose="020B0503020000020004" pitchFamily="34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60920" y="914400"/>
            <a:ext cx="4160520" cy="3657600"/>
          </a:xfrm>
          <a:prstGeom prst="rect">
            <a:avLst/>
          </a:prstGeom>
          <a:solidFill>
            <a:srgbClr val="172B53"/>
          </a:solidFill>
          <a:ln>
            <a:solidFill>
              <a:srgbClr val="172B53"/>
            </a:solidFill>
          </a:ln>
        </p:spPr>
        <p:txBody>
          <a:bodyPr wrap="square" lIns="3556" tIns="3556" rIns="3556" bIns="3556" rtlCol="0" anchor="t">
            <a:normAutofit/>
          </a:bodyPr>
          <a:lstStyle/>
          <a:p>
            <a:pPr marL="0" indent="0" algn="l">
              <a:buNone/>
            </a:pPr>
            <a:endParaRPr lang="en-US" sz="1400" dirty="0">
              <a:latin typeface="맑은 고딕" panose="020B0503020000020004" pitchFamily="34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360920" y="4828032"/>
            <a:ext cx="41605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 algn="l">
              <a:buNone/>
            </a:pPr>
            <a:endParaRPr lang="en-US" sz="1300" dirty="0">
              <a:latin typeface="맑은 고딕" panose="020B0503020000020004" pitchFamily="34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영차 1차 POC 범위 공유  |  1</a:t>
            </a:r>
            <a:endParaRPr lang="en-US" sz="750" dirty="0">
              <a:latin typeface="맑은 고딕" panose="020B0503020000020004" pitchFamily="34" charset="-127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30612BA8-4B81-9C34-3E83-417755F1F9F9}"/>
              </a:ext>
            </a:extLst>
          </p:cNvPr>
          <p:cNvSpPr/>
          <p:nvPr/>
        </p:nvSpPr>
        <p:spPr>
          <a:xfrm>
            <a:off x="7513320" y="1066800"/>
            <a:ext cx="4160520" cy="3657600"/>
          </a:xfrm>
          <a:prstGeom prst="rect">
            <a:avLst/>
          </a:prstGeom>
          <a:noFill/>
          <a:ln>
            <a:noFill/>
          </a:ln>
        </p:spPr>
        <p:txBody>
          <a:bodyPr wrap="square" lIns="3556" tIns="3556" rIns="3556" bIns="3556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핵심 의사결정</a:t>
            </a:r>
            <a:endParaRPr lang="en-US" sz="140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40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① 1차 POC 범위는 베이 상태 동기화로 고정</a:t>
            </a:r>
            <a:endParaRPr lang="en-US" sz="140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② 앱·관리자 모두 6개 베이만 사용</a:t>
            </a:r>
            <a:endParaRPr lang="en-US" sz="140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③ 결제는 실제 PG 없이 “완료 상태”만 생성</a:t>
            </a:r>
            <a:endParaRPr lang="en-US" sz="140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④ 예약 상태·예약 UI·예약 API는 제거 대상</a:t>
            </a:r>
            <a:endParaRPr lang="en-US" sz="1400" dirty="0">
              <a:latin typeface="맑은 고딕" panose="020B0503020000020004" pitchFamily="34" charset="-127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0029BE50-2B29-7F8B-8E37-4362EAE3C735}"/>
              </a:ext>
            </a:extLst>
          </p:cNvPr>
          <p:cNvSpPr/>
          <p:nvPr/>
        </p:nvSpPr>
        <p:spPr>
          <a:xfrm>
            <a:off x="7513320" y="4980432"/>
            <a:ext cx="4160520" cy="1097280"/>
          </a:xfrm>
          <a:prstGeom prst="rect">
            <a:avLst/>
          </a:prstGeom>
          <a:noFill/>
          <a:ln>
            <a:noFill/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완료 기준</a:t>
            </a:r>
            <a:endParaRPr lang="en-US" sz="130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앱 결제 → 관리자 사용 중 반영 → 완료 → 양쪽 사용 가능 복귀</a:t>
            </a:r>
            <a:endParaRPr lang="en-US" sz="130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30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이 흐름이 개발자 조작 없이 3회 연속 동작</a:t>
            </a:r>
            <a:endParaRPr lang="en-US" sz="1300" dirty="0">
              <a:latin typeface="맑은 고딕" panose="020B0503020000020004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왜 범위를 좁히는가</a:t>
            </a:r>
            <a:endParaRPr lang="en-US" sz="2200" dirty="0">
              <a:latin typeface="맑은 고딕" panose="020B0503020000020004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현재 데모는 화면 완성도가 있지만, POC는 “보이는 화면”보다 “하나의 데이터로 동작하는가”를 증명해야 합니다.</a:t>
            </a:r>
            <a:endParaRPr lang="en-US" sz="950" dirty="0">
              <a:latin typeface="맑은 고딕" panose="020B0503020000020004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66960" y="384048"/>
            <a:ext cx="1691640" cy="237744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YOUNGCHA POC</a:t>
            </a:r>
            <a:endParaRPr lang="en-US" sz="800" dirty="0">
              <a:latin typeface="맑은 고딕" panose="020B0503020000020004" pitchFamily="34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2468880" cy="475488"/>
          </a:xfrm>
          <a:prstGeom prst="rect">
            <a:avLst/>
          </a:prstGeom>
          <a:solidFill>
            <a:srgbClr val="172B53"/>
          </a:solidFill>
          <a:ln>
            <a:solidFill>
              <a:srgbClr val="172B5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현재 데모 상태</a:t>
            </a:r>
            <a:endParaRPr lang="en-US" sz="1400" dirty="0">
              <a:latin typeface="맑은 고딕" panose="020B0503020000020004" pitchFamily="34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846320" y="1463040"/>
            <a:ext cx="2468880" cy="475488"/>
          </a:xfrm>
          <a:prstGeom prst="rect">
            <a:avLst/>
          </a:prstGeom>
          <a:solidFill>
            <a:srgbClr val="0B50D0"/>
          </a:solidFill>
          <a:ln>
            <a:solidFill>
              <a:srgbClr val="0B50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POC에서 증명할 것</a:t>
            </a:r>
            <a:endParaRPr lang="en-US" sz="1400" dirty="0">
              <a:latin typeface="맑은 고딕" panose="020B0503020000020004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9006840" y="1463040"/>
            <a:ext cx="2468880" cy="475488"/>
          </a:xfrm>
          <a:prstGeom prst="rect">
            <a:avLst/>
          </a:prstGeom>
          <a:solidFill>
            <a:srgbClr val="06A85B"/>
          </a:solidFill>
          <a:ln>
            <a:solidFill>
              <a:srgbClr val="06A85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개발자에게 전달한 기준</a:t>
            </a:r>
            <a:endParaRPr lang="en-US" sz="1400" dirty="0">
              <a:latin typeface="맑은 고딕" panose="020B0503020000020004" pitchFamily="34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3611880" y="1490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  <a:endParaRPr lang="en-US" sz="2500" dirty="0">
              <a:latin typeface="맑은 고딕" panose="020B0503020000020004" pitchFamily="34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0" y="149047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  <a:endParaRPr lang="en-US" sz="2500" dirty="0">
              <a:latin typeface="맑은 고딕" panose="020B0503020000020004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246888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 algn="l">
              <a:buNone/>
            </a:pPr>
            <a:endParaRPr lang="en-US" sz="1220" dirty="0">
              <a:latin typeface="맑은 고딕" panose="020B0503020000020004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2176272"/>
            <a:ext cx="246888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 algn="l">
              <a:buNone/>
            </a:pPr>
            <a:endParaRPr lang="en-US" sz="1220" dirty="0">
              <a:latin typeface="맑은 고딕" panose="020B0503020000020004" pitchFamily="34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006840" y="2176272"/>
            <a:ext cx="2468880" cy="2331720"/>
          </a:xfrm>
          <a:prstGeom prst="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 algn="l">
              <a:buNone/>
            </a:pPr>
            <a:endParaRPr lang="en-US" sz="1220" dirty="0">
              <a:latin typeface="맑은 고딕" panose="020B0503020000020004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5102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POC 범위 설정 원칙</a:t>
            </a:r>
            <a:endParaRPr lang="en-US" sz="1100" dirty="0">
              <a:latin typeface="맑은 고딕" panose="020B0503020000020004" pitchFamily="34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5504688"/>
            <a:ext cx="10789920" cy="566928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완성형 기능을 많이 만드는 것이 아니라, 고객 시연에서 반드시 보여줄 하나의 흐름을 실제 데이터로 안정화합니다.</a:t>
            </a:r>
            <a:endParaRPr lang="en-US" sz="1500" dirty="0">
              <a:latin typeface="맑은 고딕" panose="020B0503020000020004" pitchFamily="34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영차 1차 POC 범위 공유  |  2</a:t>
            </a:r>
            <a:endParaRPr lang="en-US" sz="750" dirty="0">
              <a:latin typeface="맑은 고딕" panose="020B0503020000020004" pitchFamily="34" charset="-127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F1D56BC6-8DDF-0622-91CC-AA941B7FB928}"/>
              </a:ext>
            </a:extLst>
          </p:cNvPr>
          <p:cNvSpPr/>
          <p:nvPr/>
        </p:nvSpPr>
        <p:spPr>
          <a:xfrm>
            <a:off x="838200" y="2328672"/>
            <a:ext cx="2468880" cy="2331720"/>
          </a:xfrm>
          <a:prstGeom prst="rect">
            <a:avLst/>
          </a:prstGeom>
          <a:noFill/>
          <a:ln>
            <a:noFill/>
          </a:ln>
        </p:spPr>
        <p:txBody>
          <a:bodyPr wrap="square" lIns="2286" tIns="2286" rIns="2286" bIns="2286" rtlCol="0" anchor="t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20" dirty="0" err="1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앱과</a:t>
            </a: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 관리자 화면이 분리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API 연결 없음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목업·localStorage 중심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앱 6베이 / 관리자 12베이 </a:t>
            </a:r>
          </a:p>
          <a:p>
            <a:pPr algn="l">
              <a:lnSpc>
                <a:spcPct val="150000"/>
              </a:lnSpc>
            </a:pP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     </a:t>
            </a:r>
            <a:r>
              <a:rPr lang="en-US" sz="1220" dirty="0" err="1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불일치</a:t>
            </a:r>
            <a:endParaRPr lang="en-US" sz="1220" dirty="0">
              <a:latin typeface="맑은 고딕" panose="020B0503020000020004" pitchFamily="34" charset="-127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29CC625F-5C6E-639E-FCB9-8996932D15A1}"/>
              </a:ext>
            </a:extLst>
          </p:cNvPr>
          <p:cNvSpPr/>
          <p:nvPr/>
        </p:nvSpPr>
        <p:spPr>
          <a:xfrm>
            <a:off x="4998720" y="2328672"/>
            <a:ext cx="2468880" cy="2331720"/>
          </a:xfrm>
          <a:prstGeom prst="rect">
            <a:avLst/>
          </a:prstGeom>
          <a:noFill/>
          <a:ln>
            <a:noFill/>
          </a:ln>
        </p:spPr>
        <p:txBody>
          <a:bodyPr wrap="square" lIns="2286" tIns="2286" rIns="2286" bIns="2286" rtlCol="0" anchor="t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같은 베이 데이터 사용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즉시 결제 후 사용 중 반영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완료 후 사용 가능 복귀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새로고침·재접속 유지</a:t>
            </a:r>
            <a:endParaRPr lang="en-US" sz="1220" dirty="0">
              <a:latin typeface="맑은 고딕" panose="020B0503020000020004" pitchFamily="34" charset="-127"/>
            </a:endParaRPr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247F0DD2-27DD-BEC1-B8C8-8F49D5BF2C9F}"/>
              </a:ext>
            </a:extLst>
          </p:cNvPr>
          <p:cNvSpPr/>
          <p:nvPr/>
        </p:nvSpPr>
        <p:spPr>
          <a:xfrm>
            <a:off x="9159240" y="2328672"/>
            <a:ext cx="2468880" cy="2331720"/>
          </a:xfrm>
          <a:prstGeom prst="rect">
            <a:avLst/>
          </a:prstGeom>
          <a:noFill/>
          <a:ln>
            <a:noFill/>
          </a:ln>
        </p:spPr>
        <p:txBody>
          <a:bodyPr wrap="square" lIns="2286" tIns="2286" rIns="2286" bIns="2286" rtlCol="0" anchor="t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기능 7개로 개발 범위 고정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예약 기능 완전 제거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화면 모의·제외 범위 명시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20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13개 체크리스트로 검수</a:t>
            </a:r>
            <a:endParaRPr lang="en-US" sz="1220" dirty="0">
              <a:latin typeface="맑은 고딕" panose="020B0503020000020004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1차 POC 구현 범위</a:t>
            </a:r>
            <a:endParaRPr lang="en-US" sz="2200" dirty="0">
              <a:latin typeface="맑은 고딕" panose="020B0503020000020004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개발자가 추측하지 않도록 실제 구현·간소 구현·화면 모의·제외 범위를 명확히 구분했습니다.</a:t>
            </a:r>
            <a:endParaRPr lang="en-US" sz="950" dirty="0">
              <a:latin typeface="맑은 고딕" panose="020B0503020000020004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66960" y="384048"/>
            <a:ext cx="1691640" cy="237744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YOUNGCHA POC</a:t>
            </a:r>
            <a:endParaRPr lang="en-US" sz="800" dirty="0">
              <a:latin typeface="맑은 고딕" panose="020B0503020000020004" pitchFamily="34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60520" y="1298448"/>
            <a:ext cx="3886200" cy="475488"/>
          </a:xfrm>
          <a:prstGeom prst="rect">
            <a:avLst/>
          </a:prstGeom>
          <a:solidFill>
            <a:srgbClr val="172B53"/>
          </a:solidFill>
          <a:ln>
            <a:solidFill>
              <a:srgbClr val="172B5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실제 구현 핵심 7개</a:t>
            </a:r>
            <a:endParaRPr lang="en-US" sz="1500" dirty="0">
              <a:latin typeface="맑은 고딕" panose="020B0503020000020004" pitchFamily="34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60520" y="1807893"/>
            <a:ext cx="3886200" cy="2249424"/>
          </a:xfrm>
          <a:prstGeom prst="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txBody>
          <a:bodyPr wrap="square" lIns="2540" tIns="2540" rIns="2540" bIns="2540" rtlCol="0" anchor="t">
            <a:normAutofit/>
          </a:bodyPr>
          <a:lstStyle/>
          <a:p>
            <a:pPr marL="0" indent="0" algn="l">
              <a:buNone/>
            </a:pPr>
            <a:endParaRPr lang="en-US" sz="1220" dirty="0">
              <a:latin typeface="맑은 고딕" panose="020B0503020000020004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1536192"/>
            <a:ext cx="2743200" cy="2377440"/>
          </a:xfrm>
          <a:prstGeom prst="rect">
            <a:avLst/>
          </a:prstGeom>
          <a:solidFill>
            <a:srgbClr val="F8FBFF"/>
          </a:solidFill>
          <a:ln>
            <a:solidFill>
              <a:srgbClr val="BDD7F4"/>
            </a:solidFill>
          </a:ln>
        </p:spPr>
        <p:txBody>
          <a:bodyPr wrap="square" lIns="2540" tIns="2540" rIns="2540" bIns="2540" rtlCol="0" anchor="t">
            <a:normAutofit/>
          </a:bodyPr>
          <a:lstStyle/>
          <a:p>
            <a:pPr marL="0" indent="0" algn="l">
              <a:buNone/>
            </a:pPr>
            <a:endParaRPr lang="en-US" sz="1150" dirty="0">
              <a:latin typeface="맑은 고딕" panose="020B0503020000020004" pitchFamily="34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32520" y="1536192"/>
            <a:ext cx="2743200" cy="2377440"/>
          </a:xfrm>
          <a:prstGeom prst="rect">
            <a:avLst/>
          </a:prstGeom>
          <a:solidFill>
            <a:srgbClr val="F9FAFB"/>
          </a:solidFill>
          <a:ln>
            <a:solidFill>
              <a:srgbClr val="D8E3F0"/>
            </a:solidFill>
          </a:ln>
        </p:spPr>
        <p:txBody>
          <a:bodyPr wrap="square" lIns="2540" tIns="2540" rIns="2540" bIns="2540" rtlCol="0" anchor="t">
            <a:normAutofit/>
          </a:bodyPr>
          <a:lstStyle/>
          <a:p>
            <a:pPr marL="0" indent="0" algn="l">
              <a:buNone/>
            </a:pPr>
            <a:endParaRPr lang="en-US" sz="1150" dirty="0">
              <a:latin typeface="맑은 고딕" panose="020B0503020000020004" pitchFamily="34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799" y="4605960"/>
            <a:ext cx="5271655" cy="1231422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 algn="l">
              <a:buNone/>
            </a:pPr>
            <a:endParaRPr lang="en-US" sz="1120" dirty="0">
              <a:latin typeface="맑은 고딕" panose="020B0503020000020004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34548" y="4605960"/>
            <a:ext cx="5241172" cy="1231422"/>
          </a:xfrm>
          <a:prstGeom prst="rect">
            <a:avLst/>
          </a:prstGeom>
          <a:solidFill>
            <a:srgbClr val="FFF1F2"/>
          </a:solidFill>
          <a:ln>
            <a:solidFill>
              <a:srgbClr val="FECACA"/>
            </a:solidFill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 algn="l">
              <a:buNone/>
            </a:pPr>
            <a:endParaRPr lang="en-US" sz="1120" dirty="0">
              <a:latin typeface="맑은 고딕" panose="020B0503020000020004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영차 1차 POC 범위 공유  |  3</a:t>
            </a:r>
            <a:endParaRPr lang="en-US" sz="750" dirty="0">
              <a:latin typeface="맑은 고딕" panose="020B0503020000020004" pitchFamily="34" charset="-127"/>
            </a:endParaRPr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EDB390D9-3001-6D2F-DA19-96DE6B1A228F}"/>
              </a:ext>
            </a:extLst>
          </p:cNvPr>
          <p:cNvSpPr/>
          <p:nvPr/>
        </p:nvSpPr>
        <p:spPr>
          <a:xfrm>
            <a:off x="4312920" y="1960293"/>
            <a:ext cx="3886200" cy="2249424"/>
          </a:xfrm>
          <a:prstGeom prst="rect">
            <a:avLst/>
          </a:prstGeom>
          <a:noFill/>
          <a:ln>
            <a:noFill/>
          </a:ln>
        </p:spPr>
        <p:txBody>
          <a:bodyPr wrap="square" lIns="2540" tIns="2540" rIns="2540" bIns="254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2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① 베이 상태 서버·DB 저장/조회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2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② 앱·관리자 동일 베이 데이터 사용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2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③ 앱 결제 완료 상태 생성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2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④ 세션 시작·종료 예정 시각 저장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2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⑤ 결제 완료 시 사용 중 변경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2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⑥ 완료 시 사용 가능 복귀</a:t>
            </a:r>
            <a:endParaRPr lang="en-US" sz="122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22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⑦ 중복 사용 방지 + 데이터 초기화</a:t>
            </a:r>
            <a:endParaRPr lang="en-US" sz="1220" dirty="0">
              <a:latin typeface="맑은 고딕" panose="020B0503020000020004" pitchFamily="34" charset="-127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DA22FC9-2E6E-AF4A-B442-FFF2D558CD55}"/>
              </a:ext>
            </a:extLst>
          </p:cNvPr>
          <p:cNvSpPr/>
          <p:nvPr/>
        </p:nvSpPr>
        <p:spPr>
          <a:xfrm>
            <a:off x="838200" y="1688592"/>
            <a:ext cx="2743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2540" tIns="2540" rIns="2540" bIns="254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간소 구현</a:t>
            </a:r>
            <a:endParaRPr lang="en-US" sz="115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endParaRPr lang="en-US" sz="1150" dirty="0">
              <a:latin typeface="맑은 고딕" panose="020B0503020000020004" pitchFamily="34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테스트 계정</a:t>
            </a:r>
            <a:endParaRPr lang="en-US" sz="1150" dirty="0">
              <a:latin typeface="맑은 고딕" panose="020B0503020000020004" pitchFamily="34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단일 관리자 계정</a:t>
            </a:r>
            <a:endParaRPr lang="en-US" sz="1150" dirty="0">
              <a:latin typeface="맑은 고딕" panose="020B0503020000020004" pitchFamily="34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결제 완료 상태만</a:t>
            </a:r>
            <a:endParaRPr lang="en-US" sz="1150" dirty="0">
              <a:latin typeface="맑은 고딕" panose="020B0503020000020004" pitchFamily="34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3~5초 주기 조회</a:t>
            </a:r>
            <a:endParaRPr lang="en-US" sz="1150" dirty="0">
              <a:latin typeface="맑은 고딕" panose="020B0503020000020004" pitchFamily="34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일반/관리자 2권한</a:t>
            </a:r>
            <a:endParaRPr lang="en-US" sz="1150" dirty="0">
              <a:latin typeface="맑은 고딕" panose="020B0503020000020004" pitchFamily="34" charset="-127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739CE40B-21B1-C6E1-A36F-805AF88C6621}"/>
              </a:ext>
            </a:extLst>
          </p:cNvPr>
          <p:cNvSpPr/>
          <p:nvPr/>
        </p:nvSpPr>
        <p:spPr>
          <a:xfrm>
            <a:off x="8884920" y="1688592"/>
            <a:ext cx="2743200" cy="2377440"/>
          </a:xfrm>
          <a:prstGeom prst="rect">
            <a:avLst/>
          </a:prstGeom>
          <a:noFill/>
          <a:ln>
            <a:noFill/>
          </a:ln>
        </p:spPr>
        <p:txBody>
          <a:bodyPr wrap="square" lIns="2540" tIns="2540" rIns="2540" bIns="254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화면 모의 유지</a:t>
            </a:r>
            <a:endParaRPr lang="en-US" sz="115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endParaRPr lang="en-US" sz="1150" dirty="0">
              <a:latin typeface="맑은 고딕" panose="020B0503020000020004" pitchFamily="34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비전 AI</a:t>
            </a:r>
            <a:endParaRPr lang="en-US" sz="1150" dirty="0">
              <a:latin typeface="맑은 고딕" panose="020B0503020000020004" pitchFamily="34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대시보드 KPI/차트</a:t>
            </a:r>
            <a:endParaRPr lang="en-US" sz="1150" dirty="0">
              <a:latin typeface="맑은 고딕" panose="020B0503020000020004" pitchFamily="34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정산 통계</a:t>
            </a:r>
            <a:endParaRPr lang="en-US" sz="1150" dirty="0">
              <a:latin typeface="맑은 고딕" panose="020B0503020000020004" pitchFamily="34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실시간 알림</a:t>
            </a:r>
            <a:endParaRPr lang="en-US" sz="1150" dirty="0">
              <a:latin typeface="맑은 고딕" panose="020B0503020000020004" pitchFamily="34" charset="-127"/>
            </a:endParaRPr>
          </a:p>
          <a:p>
            <a:pPr marL="171450" indent="-1714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5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상세 매출 분석</a:t>
            </a:r>
            <a:endParaRPr lang="en-US" sz="1150" dirty="0">
              <a:latin typeface="맑은 고딕" panose="020B0503020000020004" pitchFamily="34" charset="-127"/>
            </a:endParaRPr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75C8C1D9-2727-340B-D644-B69F216E0E54}"/>
              </a:ext>
            </a:extLst>
          </p:cNvPr>
          <p:cNvSpPr/>
          <p:nvPr/>
        </p:nvSpPr>
        <p:spPr>
          <a:xfrm>
            <a:off x="838200" y="4758360"/>
            <a:ext cx="4983480" cy="804672"/>
          </a:xfrm>
          <a:prstGeom prst="rect">
            <a:avLst/>
          </a:prstGeom>
          <a:noFill/>
          <a:ln>
            <a:noFill/>
          </a:ln>
        </p:spPr>
        <p:txBody>
          <a:bodyPr wrap="square" lIns="2286" tIns="2286" rIns="2286" bIns="2286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EC891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POC 제외</a:t>
            </a:r>
            <a:endParaRPr lang="en-US" sz="112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endParaRPr lang="en-US" sz="1120" dirty="0">
              <a:latin typeface="맑은 고딕" panose="020B0503020000020004" pitchFamily="34" charset="-127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120" b="1" dirty="0">
                <a:solidFill>
                  <a:srgbClr val="EC891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실제 소셜 로그인 · 실제 PG · SMS/카카오 알림 · 다지점/2F 베이 · 복잡 권한 · 감사 로그 · 대규모 트래픽</a:t>
            </a:r>
            <a:endParaRPr lang="en-US" sz="1120" dirty="0">
              <a:latin typeface="맑은 고딕" panose="020B0503020000020004" pitchFamily="34" charset="-127"/>
            </a:endParaRP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784B349F-F737-5E1B-0231-DCF883762494}"/>
              </a:ext>
            </a:extLst>
          </p:cNvPr>
          <p:cNvSpPr/>
          <p:nvPr/>
        </p:nvSpPr>
        <p:spPr>
          <a:xfrm>
            <a:off x="6393180" y="4758360"/>
            <a:ext cx="4983480" cy="804672"/>
          </a:xfrm>
          <a:prstGeom prst="rect">
            <a:avLst/>
          </a:prstGeom>
          <a:noFill/>
          <a:ln>
            <a:noFill/>
          </a:ln>
        </p:spPr>
        <p:txBody>
          <a:bodyPr wrap="square" lIns="2286" tIns="2286" rIns="2286" bIns="2286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E05C6A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서비스 정책상 미제공</a:t>
            </a:r>
            <a:endParaRPr lang="en-US" sz="112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endParaRPr lang="en-US" sz="112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120" b="1" dirty="0">
                <a:solidFill>
                  <a:srgbClr val="E05C6A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예약 등록·변경·취소·대기·예약 상태·예약 API·예약 데이터는 만들지 않습니다.</a:t>
            </a:r>
            <a:endParaRPr lang="en-US" sz="1120" dirty="0">
              <a:latin typeface="맑은 고딕" panose="020B0503020000020004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핵심 시나리오: 앱 ↔ 관리자 베이 상태 동기화</a:t>
            </a:r>
            <a:endParaRPr lang="en-US" sz="2200" dirty="0">
              <a:latin typeface="맑은 고딕" panose="020B0503020000020004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사용자는 즉시 결제하고, 관리자는 같은 서버 데이터를 통해 사용 상태를 확인합니다.</a:t>
            </a:r>
            <a:endParaRPr lang="en-US" sz="950" dirty="0">
              <a:latin typeface="맑은 고딕" panose="020B0503020000020004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66960" y="384048"/>
            <a:ext cx="1691640" cy="237744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YOUNGCHA POC</a:t>
            </a:r>
            <a:endParaRPr lang="en-US" sz="800" dirty="0">
              <a:latin typeface="맑은 고딕" panose="020B0503020000020004" pitchFamily="34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234440"/>
            <a:ext cx="1280160" cy="402336"/>
          </a:xfrm>
          <a:prstGeom prst="rect">
            <a:avLst/>
          </a:prstGeom>
          <a:solidFill>
            <a:srgbClr val="0B50D0"/>
          </a:solidFill>
          <a:ln>
            <a:solidFill>
              <a:srgbClr val="0B50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고객 앱</a:t>
            </a:r>
            <a:endParaRPr lang="en-US" sz="1200" dirty="0">
              <a:latin typeface="맑은 고딕" panose="020B0503020000020004" pitchFamily="34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2944368"/>
            <a:ext cx="1280160" cy="402336"/>
          </a:xfrm>
          <a:prstGeom prst="rect">
            <a:avLst/>
          </a:prstGeom>
          <a:solidFill>
            <a:srgbClr val="172B53"/>
          </a:solidFill>
          <a:ln>
            <a:solidFill>
              <a:srgbClr val="172B5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서버·DB</a:t>
            </a:r>
            <a:endParaRPr lang="en-US" sz="1200" dirty="0">
              <a:latin typeface="맑은 고딕" panose="020B0503020000020004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685800" y="4645152"/>
            <a:ext cx="1280160" cy="402336"/>
          </a:xfrm>
          <a:prstGeom prst="rect">
            <a:avLst/>
          </a:prstGeom>
          <a:solidFill>
            <a:srgbClr val="06A85B"/>
          </a:solidFill>
          <a:ln>
            <a:solidFill>
              <a:srgbClr val="06A85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관리자</a:t>
            </a:r>
            <a:endParaRPr lang="en-US" sz="1200" dirty="0">
              <a:latin typeface="맑은 고딕" panose="020B0503020000020004" pitchFamily="34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2331720" y="114300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B50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빈 베이 선택</a:t>
            </a:r>
            <a:endParaRPr lang="en-US" sz="1050" dirty="0">
              <a:latin typeface="맑은 고딕" panose="020B0503020000020004" pitchFamily="34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69080" y="114300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B50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즉시 결제</a:t>
            </a:r>
            <a:endParaRPr lang="en-US" sz="1050" dirty="0">
              <a:latin typeface="맑은 고딕" panose="020B0503020000020004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06440" y="114300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B50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세차 진행</a:t>
            </a:r>
            <a:endParaRPr lang="en-US" sz="1050" dirty="0">
              <a:latin typeface="맑은 고딕" panose="020B0503020000020004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543800" y="114300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B50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시간 연장</a:t>
            </a:r>
            <a:endParaRPr lang="en-US" sz="1050" dirty="0">
              <a:latin typeface="맑은 고딕" panose="020B0503020000020004" pitchFamily="34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281160" y="1143000"/>
            <a:ext cx="1234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B50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완료</a:t>
            </a:r>
            <a:endParaRPr lang="en-US" sz="1050" dirty="0">
              <a:latin typeface="맑은 고딕" panose="020B0503020000020004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258568" y="2761488"/>
            <a:ext cx="1371600" cy="777240"/>
          </a:xfrm>
          <a:prstGeom prst="rect">
            <a:avLst/>
          </a:prstGeom>
          <a:solidFill>
            <a:srgbClr val="172B53"/>
          </a:solidFill>
          <a:ln>
            <a:solidFill>
              <a:srgbClr val="172B5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베이 조회</a:t>
            </a:r>
            <a:endParaRPr lang="en-US" sz="940" dirty="0">
              <a:latin typeface="맑은 고딕" panose="020B0503020000020004" pitchFamily="34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95928" y="2761488"/>
            <a:ext cx="1371600" cy="777240"/>
          </a:xfrm>
          <a:prstGeom prst="rect">
            <a:avLst/>
          </a:prstGeom>
          <a:solidFill>
            <a:srgbClr val="172B53"/>
          </a:solidFill>
          <a:ln>
            <a:solidFill>
              <a:srgbClr val="172B5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결제·세션 생성</a:t>
            </a:r>
            <a:endParaRPr lang="en-US" sz="94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사용 중 변경</a:t>
            </a:r>
            <a:endParaRPr lang="en-US" sz="940" dirty="0">
              <a:latin typeface="맑은 고딕" panose="020B0503020000020004" pitchFamily="34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733288" y="2761488"/>
            <a:ext cx="1371600" cy="777240"/>
          </a:xfrm>
          <a:prstGeom prst="rect">
            <a:avLst/>
          </a:prstGeom>
          <a:solidFill>
            <a:srgbClr val="172B53"/>
          </a:solidFill>
          <a:ln>
            <a:solidFill>
              <a:srgbClr val="172B5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시작/종료 예정</a:t>
            </a:r>
            <a:endParaRPr lang="en-US" sz="94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시각 저장</a:t>
            </a:r>
            <a:endParaRPr lang="en-US" sz="940" dirty="0">
              <a:latin typeface="맑은 고딕" panose="020B0503020000020004" pitchFamily="34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70648" y="2761488"/>
            <a:ext cx="1371600" cy="777240"/>
          </a:xfrm>
          <a:prstGeom prst="rect">
            <a:avLst/>
          </a:prstGeom>
          <a:solidFill>
            <a:srgbClr val="172B53"/>
          </a:solidFill>
          <a:ln>
            <a:solidFill>
              <a:srgbClr val="172B5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종료 예정</a:t>
            </a:r>
            <a:endParaRPr lang="en-US" sz="94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시각 변경</a:t>
            </a:r>
            <a:endParaRPr lang="en-US" sz="940" dirty="0">
              <a:latin typeface="맑은 고딕" panose="020B0503020000020004" pitchFamily="34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08008" y="2761488"/>
            <a:ext cx="1371600" cy="777240"/>
          </a:xfrm>
          <a:prstGeom prst="rect">
            <a:avLst/>
          </a:prstGeom>
          <a:solidFill>
            <a:srgbClr val="172B53"/>
          </a:solidFill>
          <a:ln>
            <a:solidFill>
              <a:srgbClr val="172B5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세션 완료</a:t>
            </a:r>
            <a:endParaRPr lang="en-US" sz="94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94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사용 가능 변경</a:t>
            </a:r>
            <a:endParaRPr lang="en-US" sz="940" dirty="0">
              <a:latin typeface="맑은 고딕" panose="020B0503020000020004" pitchFamily="34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313432" y="4553712"/>
            <a:ext cx="1298448" cy="658368"/>
          </a:xfrm>
          <a:prstGeom prst="rect">
            <a:avLst/>
          </a:prstGeom>
          <a:solidFill>
            <a:srgbClr val="FFFFFF"/>
          </a:solidFill>
          <a:ln>
            <a:solidFill>
              <a:srgbClr val="06A85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동일 6개</a:t>
            </a:r>
            <a:endParaRPr lang="en-US" sz="96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96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베이 표시</a:t>
            </a:r>
            <a:endParaRPr lang="en-US" sz="960" dirty="0">
              <a:latin typeface="맑은 고딕" panose="020B0503020000020004" pitchFamily="34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50792" y="4553712"/>
            <a:ext cx="1298448" cy="658368"/>
          </a:xfrm>
          <a:prstGeom prst="rect">
            <a:avLst/>
          </a:prstGeom>
          <a:solidFill>
            <a:srgbClr val="FFFFFF"/>
          </a:solidFill>
          <a:ln>
            <a:solidFill>
              <a:srgbClr val="06A85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해당 베이</a:t>
            </a:r>
            <a:endParaRPr lang="en-US" sz="96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96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사용 중</a:t>
            </a:r>
            <a:endParaRPr lang="en-US" sz="960" dirty="0">
              <a:latin typeface="맑은 고딕" panose="020B0503020000020004" pitchFamily="34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788152" y="4553712"/>
            <a:ext cx="1298448" cy="658368"/>
          </a:xfrm>
          <a:prstGeom prst="rect">
            <a:avLst/>
          </a:prstGeom>
          <a:solidFill>
            <a:srgbClr val="FFFFFF"/>
          </a:solidFill>
          <a:ln>
            <a:solidFill>
              <a:srgbClr val="06A85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진행 상태</a:t>
            </a:r>
            <a:endParaRPr lang="en-US" sz="96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96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확인</a:t>
            </a:r>
            <a:endParaRPr lang="en-US" sz="960" dirty="0">
              <a:latin typeface="맑은 고딕" panose="020B0503020000020004" pitchFamily="34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525512" y="4553712"/>
            <a:ext cx="1298448" cy="658368"/>
          </a:xfrm>
          <a:prstGeom prst="rect">
            <a:avLst/>
          </a:prstGeom>
          <a:solidFill>
            <a:srgbClr val="FFFFFF"/>
          </a:solidFill>
          <a:ln>
            <a:solidFill>
              <a:srgbClr val="06A85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동일 상태</a:t>
            </a:r>
            <a:endParaRPr lang="en-US" sz="96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96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유지</a:t>
            </a:r>
            <a:endParaRPr lang="en-US" sz="960" dirty="0">
              <a:latin typeface="맑은 고딕" panose="020B0503020000020004" pitchFamily="34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262872" y="4553712"/>
            <a:ext cx="1298448" cy="658368"/>
          </a:xfrm>
          <a:prstGeom prst="rect">
            <a:avLst/>
          </a:prstGeom>
          <a:solidFill>
            <a:srgbClr val="FFFFFF"/>
          </a:solidFill>
          <a:ln>
            <a:solidFill>
              <a:srgbClr val="06A85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사용 가능</a:t>
            </a:r>
            <a:endParaRPr lang="en-US" sz="96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960" b="1" dirty="0">
                <a:solidFill>
                  <a:srgbClr val="06A85B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복귀</a:t>
            </a:r>
            <a:endParaRPr lang="en-US" sz="960" dirty="0">
              <a:latin typeface="맑은 고딕" panose="020B0503020000020004" pitchFamily="34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30168" y="1426464"/>
            <a:ext cx="2560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85032" y="3154680"/>
            <a:ext cx="219456" cy="0"/>
          </a:xfrm>
          <a:prstGeom prst="line">
            <a:avLst/>
          </a:prstGeom>
          <a:noFill/>
          <a:ln w="12700">
            <a:solidFill>
              <a:srgbClr val="AAB3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30168" y="4882896"/>
            <a:ext cx="2560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367528" y="1426464"/>
            <a:ext cx="2560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422392" y="3154680"/>
            <a:ext cx="219456" cy="0"/>
          </a:xfrm>
          <a:prstGeom prst="line">
            <a:avLst/>
          </a:prstGeom>
          <a:noFill/>
          <a:ln w="12700">
            <a:solidFill>
              <a:srgbClr val="AAB3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367528" y="4882896"/>
            <a:ext cx="2560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104888" y="1426464"/>
            <a:ext cx="2560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159752" y="3154680"/>
            <a:ext cx="219456" cy="0"/>
          </a:xfrm>
          <a:prstGeom prst="line">
            <a:avLst/>
          </a:prstGeom>
          <a:noFill/>
          <a:ln w="12700">
            <a:solidFill>
              <a:srgbClr val="AAB3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104888" y="4882896"/>
            <a:ext cx="2560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842248" y="1426464"/>
            <a:ext cx="2560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897112" y="3154680"/>
            <a:ext cx="219456" cy="0"/>
          </a:xfrm>
          <a:prstGeom prst="line">
            <a:avLst/>
          </a:prstGeom>
          <a:noFill/>
          <a:ln w="12700">
            <a:solidFill>
              <a:srgbClr val="AAB3C0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842248" y="4882896"/>
            <a:ext cx="256032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2560320" y="1783080"/>
            <a:ext cx="0" cy="749808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560320" y="3584448"/>
            <a:ext cx="0" cy="749808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240280" y="23408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  <a:latin typeface="맑은 고딕" panose="020B0503020000020004" pitchFamily="34" charset="-127"/>
              </a:rPr>
              <a:t>API 조회</a:t>
            </a:r>
            <a:endParaRPr lang="en-US" sz="680" dirty="0">
              <a:latin typeface="맑은 고딕" panose="020B0503020000020004" pitchFamily="34" charset="-127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343400" y="1783080"/>
            <a:ext cx="0" cy="749808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343400" y="3584448"/>
            <a:ext cx="0" cy="749808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023360" y="23408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  <a:latin typeface="맑은 고딕" panose="020B0503020000020004" pitchFamily="34" charset="-127"/>
              </a:rPr>
              <a:t>상태 반영</a:t>
            </a:r>
            <a:endParaRPr lang="en-US" sz="680" dirty="0">
              <a:latin typeface="맑은 고딕" panose="020B0503020000020004" pitchFamily="34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555480" y="1783080"/>
            <a:ext cx="0" cy="749808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555480" y="3584448"/>
            <a:ext cx="0" cy="749808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 altLang="en-US" dirty="0">
              <a:latin typeface="맑은 고딕" panose="020B0503020000020004" pitchFamily="34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235440" y="234086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475569"/>
                </a:solidFill>
                <a:latin typeface="맑은 고딕" panose="020B0503020000020004" pitchFamily="34" charset="-127"/>
              </a:rPr>
              <a:t>폴링 조회</a:t>
            </a:r>
            <a:endParaRPr lang="en-US" sz="680" dirty="0">
              <a:latin typeface="맑은 고딕" panose="020B0503020000020004" pitchFamily="34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60120" y="5742432"/>
            <a:ext cx="10287000" cy="411480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타이머 기준: 서버에는 남은 시간을 매초 저장하지 않고, 시작 시각과 종료 예정 시각만 저장합니다.</a:t>
            </a:r>
            <a:endParaRPr lang="en-US" sz="1220" dirty="0">
              <a:latin typeface="맑은 고딕" panose="020B0503020000020004" pitchFamily="34" charset="-127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영차 1차 POC 범위 공유  |  4</a:t>
            </a:r>
            <a:endParaRPr lang="en-US" sz="750" dirty="0">
              <a:latin typeface="맑은 고딕" panose="020B0503020000020004" pitchFamily="34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개발 진행 방식과 검수 기준</a:t>
            </a:r>
            <a:endParaRPr lang="en-US" sz="2200" dirty="0">
              <a:latin typeface="맑은 고딕" panose="020B0503020000020004" pitchFamily="34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문서 하나로 개발 범위와 검수를 동시에 관리하고, 4단계로 시연 가능한 흐름을 완성합니다.</a:t>
            </a:r>
            <a:endParaRPr lang="en-US" sz="950" dirty="0">
              <a:latin typeface="맑은 고딕" panose="020B0503020000020004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66960" y="384048"/>
            <a:ext cx="1691640" cy="237744"/>
          </a:xfrm>
          <a:prstGeom prst="rect">
            <a:avLst/>
          </a:prstGeom>
          <a:solidFill>
            <a:srgbClr val="EAF3FF"/>
          </a:solidFill>
          <a:ln>
            <a:solidFill>
              <a:srgbClr val="EAF3FF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YOUNGCHA POC</a:t>
            </a:r>
            <a:endParaRPr lang="en-US" sz="800" dirty="0">
              <a:latin typeface="맑은 고딕" panose="020B0503020000020004" pitchFamily="34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1371600"/>
            <a:ext cx="685800" cy="384048"/>
          </a:xfrm>
          <a:prstGeom prst="rect">
            <a:avLst/>
          </a:prstGeom>
          <a:solidFill>
            <a:srgbClr val="0B50D0"/>
          </a:solidFill>
          <a:ln>
            <a:solidFill>
              <a:srgbClr val="0B50D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1단계</a:t>
            </a:r>
            <a:endParaRPr lang="en-US" sz="1000" dirty="0">
              <a:latin typeface="맑은 고딕" panose="020B0503020000020004" pitchFamily="34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1901952"/>
            <a:ext cx="22402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endParaRPr lang="en-US" sz="1080" dirty="0">
              <a:latin typeface="맑은 고딕" panose="020B0503020000020004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3017520" y="25603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  <a:endParaRPr lang="en-US" sz="1800" dirty="0">
              <a:latin typeface="맑은 고딕" panose="020B0503020000020004" pitchFamily="34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74720" y="1371600"/>
            <a:ext cx="685800" cy="384048"/>
          </a:xfrm>
          <a:prstGeom prst="rect">
            <a:avLst/>
          </a:prstGeom>
          <a:solidFill>
            <a:srgbClr val="172B53"/>
          </a:solidFill>
          <a:ln>
            <a:solidFill>
              <a:srgbClr val="172B5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2단계</a:t>
            </a:r>
            <a:endParaRPr lang="en-US" sz="1000" dirty="0">
              <a:latin typeface="맑은 고딕" panose="020B0503020000020004" pitchFamily="34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3474720" y="1901952"/>
            <a:ext cx="22402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endParaRPr lang="en-US" sz="1080" dirty="0">
              <a:latin typeface="맑은 고딕" panose="020B0503020000020004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06440" y="25603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  <a:endParaRPr lang="en-US" sz="1800" dirty="0">
              <a:latin typeface="맑은 고딕" panose="020B0503020000020004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63640" y="1371600"/>
            <a:ext cx="685800" cy="384048"/>
          </a:xfrm>
          <a:prstGeom prst="rect">
            <a:avLst/>
          </a:prstGeom>
          <a:solidFill>
            <a:srgbClr val="06A85B"/>
          </a:solidFill>
          <a:ln>
            <a:solidFill>
              <a:srgbClr val="06A85B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3단계</a:t>
            </a:r>
            <a:endParaRPr lang="en-US" sz="1000" dirty="0">
              <a:latin typeface="맑은 고딕" panose="020B0503020000020004" pitchFamily="34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63640" y="1901952"/>
            <a:ext cx="22402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endParaRPr lang="en-US" sz="1080" dirty="0">
              <a:latin typeface="맑은 고딕" panose="020B0503020000020004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595360" y="2560320"/>
            <a:ext cx="256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  <a:endParaRPr lang="en-US" sz="1800" dirty="0">
              <a:latin typeface="맑은 고딕" panose="020B0503020000020004" pitchFamily="34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052560" y="1371600"/>
            <a:ext cx="685800" cy="384048"/>
          </a:xfrm>
          <a:prstGeom prst="rect">
            <a:avLst/>
          </a:prstGeom>
          <a:solidFill>
            <a:srgbClr val="EC8913"/>
          </a:solidFill>
          <a:ln>
            <a:solidFill>
              <a:srgbClr val="EC891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4단계</a:t>
            </a:r>
            <a:endParaRPr lang="en-US" sz="1000" dirty="0">
              <a:latin typeface="맑은 고딕" panose="020B0503020000020004" pitchFamily="34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052560" y="1901952"/>
            <a:ext cx="22402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endParaRPr lang="en-US" sz="1080" dirty="0">
              <a:latin typeface="맑은 고딕" panose="020B0503020000020004" pitchFamily="34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382676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B50D0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검수 기준</a:t>
            </a:r>
            <a:endParaRPr lang="en-US" sz="1050" dirty="0">
              <a:latin typeface="맑은 고딕" panose="020B0503020000020004" pitchFamily="34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" y="4192524"/>
            <a:ext cx="5376672" cy="1051560"/>
          </a:xfrm>
          <a:prstGeom prst="rect">
            <a:avLst/>
          </a:prstGeom>
          <a:solidFill>
            <a:srgbClr val="FFFFFF"/>
          </a:solidFill>
          <a:ln>
            <a:solidFill>
              <a:srgbClr val="D8E3F0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endParaRPr lang="en-US" sz="1120" dirty="0">
              <a:latin typeface="맑은 고딕" panose="020B0503020000020004" pitchFamily="34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0800" y="38267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C891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착수 전 확정 권장</a:t>
            </a:r>
            <a:endParaRPr lang="en-US" sz="1050" dirty="0">
              <a:latin typeface="맑은 고딕" panose="020B0503020000020004" pitchFamily="34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14872" y="4192524"/>
            <a:ext cx="5077968" cy="1051560"/>
          </a:xfrm>
          <a:prstGeom prst="rect">
            <a:avLst/>
          </a:prstGeom>
          <a:solidFill>
            <a:srgbClr val="FFF7ED"/>
          </a:solidFill>
          <a:ln>
            <a:solidFill>
              <a:srgbClr val="FED7AA"/>
            </a:solidFill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endParaRPr lang="en-US" sz="1120" dirty="0">
              <a:latin typeface="맑은 고딕" panose="020B0503020000020004" pitchFamily="34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5800" y="5564124"/>
            <a:ext cx="10561320" cy="573024"/>
          </a:xfrm>
          <a:prstGeom prst="rect">
            <a:avLst/>
          </a:prstGeom>
          <a:solidFill>
            <a:srgbClr val="172B53"/>
          </a:solidFill>
          <a:ln>
            <a:solidFill>
              <a:srgbClr val="172B53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보고 후 진행안</a:t>
            </a:r>
            <a:endParaRPr lang="en-US" sz="1250" dirty="0">
              <a:latin typeface="맑은 고딕" panose="020B0503020000020004" pitchFamily="34" charset="-127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본 문서를 v1.0으로 고정 → 개발자 구현 확인 메모 작성 → 1단계부터 순차 개발 착수</a:t>
            </a:r>
            <a:endParaRPr lang="en-US" sz="1250" dirty="0">
              <a:latin typeface="맑은 고딕" panose="020B0503020000020004" pitchFamily="34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A879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영차 1차 POC 범위 공유  |  5</a:t>
            </a:r>
            <a:endParaRPr lang="en-US" sz="750" dirty="0">
              <a:latin typeface="맑은 고딕" panose="020B0503020000020004" pitchFamily="34" charset="-127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D1BA2EC2-FC0C-4D26-CAAA-BC02BFEC708D}"/>
              </a:ext>
            </a:extLst>
          </p:cNvPr>
          <p:cNvSpPr/>
          <p:nvPr/>
        </p:nvSpPr>
        <p:spPr>
          <a:xfrm>
            <a:off x="838200" y="2054352"/>
            <a:ext cx="2240280" cy="1645920"/>
          </a:xfrm>
          <a:prstGeom prst="rect">
            <a:avLst/>
          </a:prstGeom>
          <a:noFill/>
          <a:ln>
            <a:noFill/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베이 상태 단일화</a:t>
            </a:r>
            <a:endParaRPr lang="en-US" sz="108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endParaRPr lang="en-US" sz="108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6개 베이를 서버 데이터로 통일</a:t>
            </a:r>
            <a:endParaRPr lang="en-US" sz="108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앱·관리자가 동일 API 조회</a:t>
            </a:r>
            <a:endParaRPr lang="en-US" sz="1080" dirty="0">
              <a:latin typeface="맑은 고딕" panose="020B0503020000020004" pitchFamily="34" charset="-127"/>
            </a:endParaRPr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11CEBAFB-22A2-EAE1-42E1-112BB1127738}"/>
              </a:ext>
            </a:extLst>
          </p:cNvPr>
          <p:cNvSpPr/>
          <p:nvPr/>
        </p:nvSpPr>
        <p:spPr>
          <a:xfrm>
            <a:off x="3627120" y="2054352"/>
            <a:ext cx="2240280" cy="1645920"/>
          </a:xfrm>
          <a:prstGeom prst="rect">
            <a:avLst/>
          </a:prstGeom>
          <a:noFill/>
          <a:ln>
            <a:noFill/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결제와 세션 시작</a:t>
            </a:r>
            <a:endParaRPr lang="en-US" sz="108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endParaRPr lang="en-US" sz="108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결제 완료 상태 생성</a:t>
            </a:r>
            <a:endParaRPr lang="en-US" sz="108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세션 생성 + 사용 중 변경</a:t>
            </a:r>
            <a:endParaRPr lang="en-US" sz="1080" dirty="0">
              <a:latin typeface="맑은 고딕" panose="020B0503020000020004" pitchFamily="34" charset="-127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9F045E33-F14B-0649-596E-761184B3C82E}"/>
              </a:ext>
            </a:extLst>
          </p:cNvPr>
          <p:cNvSpPr/>
          <p:nvPr/>
        </p:nvSpPr>
        <p:spPr>
          <a:xfrm>
            <a:off x="6416040" y="2054352"/>
            <a:ext cx="2240280" cy="1645920"/>
          </a:xfrm>
          <a:prstGeom prst="rect">
            <a:avLst/>
          </a:prstGeom>
          <a:noFill/>
          <a:ln>
            <a:noFill/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완료와 베이 복구</a:t>
            </a:r>
            <a:endParaRPr lang="en-US" sz="108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endParaRPr lang="en-US" sz="108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앱 완료 또는 관리자 이용 종료</a:t>
            </a:r>
            <a:endParaRPr lang="en-US" sz="108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사용 가능 상태로 복귀</a:t>
            </a:r>
            <a:endParaRPr lang="en-US" sz="1080" dirty="0">
              <a:latin typeface="맑은 고딕" panose="020B0503020000020004" pitchFamily="34" charset="-127"/>
            </a:endParaRPr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FDCC4CB6-B51F-285B-A284-FECA21FC694B}"/>
              </a:ext>
            </a:extLst>
          </p:cNvPr>
          <p:cNvSpPr/>
          <p:nvPr/>
        </p:nvSpPr>
        <p:spPr>
          <a:xfrm>
            <a:off x="9204960" y="2054352"/>
            <a:ext cx="2240280" cy="1645920"/>
          </a:xfrm>
          <a:prstGeom prst="rect">
            <a:avLst/>
          </a:prstGeom>
          <a:noFill/>
          <a:ln>
            <a:noFill/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POC 안정화</a:t>
            </a:r>
            <a:endParaRPr lang="en-US" sz="108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endParaRPr lang="en-US" sz="108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새로고침·재접속 복원</a:t>
            </a:r>
            <a:endParaRPr lang="en-US" sz="108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080" b="1" dirty="0">
                <a:solidFill>
                  <a:srgbClr val="111827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초기화 + 3회 반복 검수</a:t>
            </a:r>
            <a:endParaRPr lang="en-US" sz="1080" dirty="0">
              <a:latin typeface="맑은 고딕" panose="020B0503020000020004" pitchFamily="34" charset="-127"/>
            </a:endParaRPr>
          </a:p>
        </p:txBody>
      </p:sp>
      <p:sp>
        <p:nvSpPr>
          <p:cNvPr id="26" name="Text 15">
            <a:extLst>
              <a:ext uri="{FF2B5EF4-FFF2-40B4-BE49-F238E27FC236}">
                <a16:creationId xmlns:a16="http://schemas.microsoft.com/office/drawing/2014/main" id="{1DDEA393-DB92-B5D1-33C7-BC0112C34049}"/>
              </a:ext>
            </a:extLst>
          </p:cNvPr>
          <p:cNvSpPr/>
          <p:nvPr/>
        </p:nvSpPr>
        <p:spPr>
          <a:xfrm>
            <a:off x="838200" y="4344924"/>
            <a:ext cx="5074920" cy="1051560"/>
          </a:xfrm>
          <a:prstGeom prst="rect">
            <a:avLst/>
          </a:prstGeom>
          <a:noFill/>
          <a:ln>
            <a:noFill/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13개 핵심 체크리스트로 검수</a:t>
            </a:r>
            <a:endParaRPr lang="en-US" sz="112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120" b="1" dirty="0">
                <a:solidFill>
                  <a:srgbClr val="172B5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동일 6개 베이 표시 · 사용 가능 베이만 결제 · 결제 후 사용 중 반영 · 중복 사용 방지 · 타이머 재접속 유지 · 완료 후 사용 가능 복귀 · 예약 기능 미노출</a:t>
            </a:r>
            <a:endParaRPr lang="en-US" sz="1120" dirty="0">
              <a:latin typeface="맑은 고딕" panose="020B0503020000020004" pitchFamily="34" charset="-127"/>
            </a:endParaRPr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3EC41F1B-5E45-7F31-D253-1ECEA3228013}"/>
              </a:ext>
            </a:extLst>
          </p:cNvPr>
          <p:cNvSpPr/>
          <p:nvPr/>
        </p:nvSpPr>
        <p:spPr>
          <a:xfrm>
            <a:off x="6367272" y="4344924"/>
            <a:ext cx="4846320" cy="1051560"/>
          </a:xfrm>
          <a:prstGeom prst="rect">
            <a:avLst/>
          </a:prstGeom>
          <a:noFill/>
          <a:ln>
            <a:noFill/>
          </a:ln>
        </p:spPr>
        <p:txBody>
          <a:bodyPr wrap="square" lIns="2032" tIns="2032" rIns="2032" bIns="2032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EC891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테스트 계정 2개</a:t>
            </a:r>
            <a:endParaRPr lang="en-US" sz="112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120" b="1" dirty="0">
                <a:solidFill>
                  <a:srgbClr val="EC891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베이 초기 상태: 1~5 사용 가능 / 6 점검 중</a:t>
            </a:r>
            <a:endParaRPr lang="en-US" sz="112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120" b="1" dirty="0">
                <a:solidFill>
                  <a:srgbClr val="EC891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기본 시간 15분, 연장 5분</a:t>
            </a:r>
            <a:endParaRPr lang="en-US" sz="1120" dirty="0">
              <a:latin typeface="맑은 고딕" panose="020B0503020000020004" pitchFamily="34" charset="-127"/>
            </a:endParaRPr>
          </a:p>
          <a:p>
            <a:pPr marL="0" indent="0" algn="l">
              <a:buNone/>
            </a:pPr>
            <a:r>
              <a:rPr lang="en-US" sz="1120" b="1" dirty="0">
                <a:solidFill>
                  <a:srgbClr val="EC8913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Malgun Gothic" pitchFamily="34" charset="-120"/>
              </a:rPr>
              <a:t>관리자 화면에 POC 초기화 버튼</a:t>
            </a:r>
            <a:endParaRPr lang="en-US" sz="1120" dirty="0">
              <a:latin typeface="맑은 고딕" panose="020B0503020000020004" pitchFamily="34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C8D1BE-D4B7-D35F-750B-F98E615B0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">
            <a:extLst>
              <a:ext uri="{FF2B5EF4-FFF2-40B4-BE49-F238E27FC236}">
                <a16:creationId xmlns:a16="http://schemas.microsoft.com/office/drawing/2014/main" id="{F607AC6F-35C6-8BD9-8E8C-B03534CFB4B4}"/>
              </a:ext>
            </a:extLst>
          </p:cNvPr>
          <p:cNvSpPr/>
          <p:nvPr/>
        </p:nvSpPr>
        <p:spPr>
          <a:xfrm>
            <a:off x="9784080" y="384048"/>
            <a:ext cx="1234440" cy="256032"/>
          </a:xfrm>
          <a:prstGeom prst="rect">
            <a:avLst/>
          </a:prstGeom>
          <a:solidFill>
            <a:srgbClr val="E8F2FF"/>
          </a:solidFill>
          <a:ln>
            <a:solidFill>
              <a:srgbClr val="E8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650" b="1">
                <a:solidFill>
                  <a:srgbClr val="2066DB"/>
                </a:solidFill>
                <a:latin typeface="Malgun Gothic"/>
              </a:rPr>
              <a:t>YOUNGCHA POC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CB2C6E-5F76-41E4-46EB-B7A6BB36D49A}"/>
              </a:ext>
            </a:extLst>
          </p:cNvPr>
          <p:cNvSpPr txBox="1"/>
          <p:nvPr/>
        </p:nvSpPr>
        <p:spPr>
          <a:xfrm>
            <a:off x="512064" y="438912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72B53"/>
                </a:solidFill>
                <a:latin typeface="Malgun Gothic"/>
              </a:rPr>
              <a:t>이번 보고에서 결정할 것 3가지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E38DD07-0860-150F-DEB8-5D6A1C921003}"/>
              </a:ext>
            </a:extLst>
          </p:cNvPr>
          <p:cNvSpPr txBox="1"/>
          <p:nvPr/>
        </p:nvSpPr>
        <p:spPr>
          <a:xfrm>
            <a:off x="512064" y="896112"/>
            <a:ext cx="448970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627080"/>
                </a:solidFill>
                <a:latin typeface="Malgun Gothic"/>
              </a:rPr>
              <a:t>범위·인력·일정·정책을 확정하고 1단계 개발 착수 기준을 정합니다.</a:t>
            </a:r>
          </a:p>
        </p:txBody>
      </p:sp>
      <p:sp>
        <p:nvSpPr>
          <p:cNvPr id="35" name="Rounded Rectangle 4">
            <a:extLst>
              <a:ext uri="{FF2B5EF4-FFF2-40B4-BE49-F238E27FC236}">
                <a16:creationId xmlns:a16="http://schemas.microsoft.com/office/drawing/2014/main" id="{3DAC4665-BD9A-F8C4-7000-DE3DE49BB9A3}"/>
              </a:ext>
            </a:extLst>
          </p:cNvPr>
          <p:cNvSpPr/>
          <p:nvPr/>
        </p:nvSpPr>
        <p:spPr>
          <a:xfrm>
            <a:off x="530352" y="1600200"/>
            <a:ext cx="3520440" cy="30632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5">
            <a:extLst>
              <a:ext uri="{FF2B5EF4-FFF2-40B4-BE49-F238E27FC236}">
                <a16:creationId xmlns:a16="http://schemas.microsoft.com/office/drawing/2014/main" id="{3AC2FB4D-5D97-1CC7-B5C9-D089D24AA962}"/>
              </a:ext>
            </a:extLst>
          </p:cNvPr>
          <p:cNvSpPr/>
          <p:nvPr/>
        </p:nvSpPr>
        <p:spPr>
          <a:xfrm>
            <a:off x="530352" y="1600200"/>
            <a:ext cx="3520440" cy="57600"/>
          </a:xfrm>
          <a:prstGeom prst="rect">
            <a:avLst/>
          </a:prstGeom>
          <a:solidFill>
            <a:srgbClr val="2066DB"/>
          </a:solidFill>
          <a:ln>
            <a:solidFill>
              <a:srgbClr val="206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6">
            <a:extLst>
              <a:ext uri="{FF2B5EF4-FFF2-40B4-BE49-F238E27FC236}">
                <a16:creationId xmlns:a16="http://schemas.microsoft.com/office/drawing/2014/main" id="{6AB96477-69B0-EFFE-29CA-AF52902FFEDA}"/>
              </a:ext>
            </a:extLst>
          </p:cNvPr>
          <p:cNvSpPr/>
          <p:nvPr/>
        </p:nvSpPr>
        <p:spPr>
          <a:xfrm>
            <a:off x="786384" y="1947672"/>
            <a:ext cx="438912" cy="438912"/>
          </a:xfrm>
          <a:prstGeom prst="ellipse">
            <a:avLst/>
          </a:prstGeom>
          <a:solidFill>
            <a:srgbClr val="2066DB"/>
          </a:solidFill>
          <a:ln>
            <a:solidFill>
              <a:srgbClr val="206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C194C8-08D8-DA8F-81B9-22F2C3774EAF}"/>
              </a:ext>
            </a:extLst>
          </p:cNvPr>
          <p:cNvSpPr txBox="1"/>
          <p:nvPr/>
        </p:nvSpPr>
        <p:spPr>
          <a:xfrm>
            <a:off x="786384" y="1947672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55CBF4-0BDC-4C18-26A1-7EB8F8B72F4E}"/>
              </a:ext>
            </a:extLst>
          </p:cNvPr>
          <p:cNvSpPr txBox="1"/>
          <p:nvPr/>
        </p:nvSpPr>
        <p:spPr>
          <a:xfrm>
            <a:off x="1353312" y="191109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72B53"/>
                </a:solidFill>
                <a:latin typeface="Malgun Gothic"/>
              </a:rPr>
              <a:t>1차 POC 범위 승인</a:t>
            </a:r>
          </a:p>
        </p:txBody>
      </p:sp>
      <p:sp>
        <p:nvSpPr>
          <p:cNvPr id="45" name="Rounded Rectangle 9">
            <a:extLst>
              <a:ext uri="{FF2B5EF4-FFF2-40B4-BE49-F238E27FC236}">
                <a16:creationId xmlns:a16="http://schemas.microsoft.com/office/drawing/2014/main" id="{DD346DF6-B533-971E-1B0E-A2C3AFDA79DE}"/>
              </a:ext>
            </a:extLst>
          </p:cNvPr>
          <p:cNvSpPr/>
          <p:nvPr/>
        </p:nvSpPr>
        <p:spPr>
          <a:xfrm>
            <a:off x="786384" y="2560320"/>
            <a:ext cx="3008376" cy="1783080"/>
          </a:xfrm>
          <a:prstGeom prst="roundRect">
            <a:avLst>
              <a:gd name="adj" fmla="val 8379"/>
            </a:avLst>
          </a:prstGeom>
          <a:solidFill>
            <a:srgbClr val="EDF7FF"/>
          </a:solidFill>
          <a:ln>
            <a:solidFill>
              <a:srgbClr val="ED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43BA3B-4231-D9B2-978F-E12A3B3F9A64}"/>
              </a:ext>
            </a:extLst>
          </p:cNvPr>
          <p:cNvSpPr txBox="1"/>
          <p:nvPr/>
        </p:nvSpPr>
        <p:spPr>
          <a:xfrm>
            <a:off x="987552" y="274320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233245"/>
                </a:solidFill>
                <a:latin typeface="Malgun Gothic"/>
              </a:rPr>
              <a:t>• 6개 베이 상태 동기화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233245"/>
                </a:solidFill>
                <a:latin typeface="Malgun Gothic"/>
              </a:rPr>
              <a:t>• 앱·관리자 동일 서버 데이터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233245"/>
                </a:solidFill>
                <a:latin typeface="Malgun Gothic"/>
              </a:rPr>
              <a:t>• 실제 PG 없이 결제 완료 상태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233245"/>
                </a:solidFill>
                <a:latin typeface="Malgun Gothic"/>
              </a:rPr>
              <a:t>• 저장·재접속 복원까지 구현</a:t>
            </a:r>
          </a:p>
        </p:txBody>
      </p:sp>
      <p:sp>
        <p:nvSpPr>
          <p:cNvPr id="49" name="Rounded Rectangle 11">
            <a:extLst>
              <a:ext uri="{FF2B5EF4-FFF2-40B4-BE49-F238E27FC236}">
                <a16:creationId xmlns:a16="http://schemas.microsoft.com/office/drawing/2014/main" id="{FDBB63BB-9045-65B0-A22E-18A0FDC4E9EA}"/>
              </a:ext>
            </a:extLst>
          </p:cNvPr>
          <p:cNvSpPr/>
          <p:nvPr/>
        </p:nvSpPr>
        <p:spPr>
          <a:xfrm>
            <a:off x="4306824" y="1600200"/>
            <a:ext cx="3520440" cy="30632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12">
            <a:extLst>
              <a:ext uri="{FF2B5EF4-FFF2-40B4-BE49-F238E27FC236}">
                <a16:creationId xmlns:a16="http://schemas.microsoft.com/office/drawing/2014/main" id="{B53644C7-D6F7-0BB4-5019-99D3B151A0BD}"/>
              </a:ext>
            </a:extLst>
          </p:cNvPr>
          <p:cNvSpPr/>
          <p:nvPr/>
        </p:nvSpPr>
        <p:spPr>
          <a:xfrm>
            <a:off x="4306824" y="1600200"/>
            <a:ext cx="3520440" cy="5760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13">
            <a:extLst>
              <a:ext uri="{FF2B5EF4-FFF2-40B4-BE49-F238E27FC236}">
                <a16:creationId xmlns:a16="http://schemas.microsoft.com/office/drawing/2014/main" id="{7FD0BAE1-70CB-2FBF-207C-ACF78B796864}"/>
              </a:ext>
            </a:extLst>
          </p:cNvPr>
          <p:cNvSpPr/>
          <p:nvPr/>
        </p:nvSpPr>
        <p:spPr>
          <a:xfrm>
            <a:off x="4562856" y="1947672"/>
            <a:ext cx="438912" cy="43891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C0AE000-E881-4D37-7D01-F4AD66BDF4EF}"/>
              </a:ext>
            </a:extLst>
          </p:cNvPr>
          <p:cNvSpPr txBox="1"/>
          <p:nvPr/>
        </p:nvSpPr>
        <p:spPr>
          <a:xfrm>
            <a:off x="4562856" y="1947672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90EE456-E89D-8468-F425-9BC4F63D7C77}"/>
              </a:ext>
            </a:extLst>
          </p:cNvPr>
          <p:cNvSpPr txBox="1"/>
          <p:nvPr/>
        </p:nvSpPr>
        <p:spPr>
          <a:xfrm>
            <a:off x="5129784" y="191109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72B53"/>
                </a:solidFill>
                <a:latin typeface="Malgun Gothic"/>
              </a:rPr>
              <a:t>추진 조건 승인</a:t>
            </a:r>
          </a:p>
        </p:txBody>
      </p:sp>
      <p:sp>
        <p:nvSpPr>
          <p:cNvPr id="59" name="Rounded Rectangle 16">
            <a:extLst>
              <a:ext uri="{FF2B5EF4-FFF2-40B4-BE49-F238E27FC236}">
                <a16:creationId xmlns:a16="http://schemas.microsoft.com/office/drawing/2014/main" id="{9FFA2AF1-A851-9049-BBB8-A1B869546CD5}"/>
              </a:ext>
            </a:extLst>
          </p:cNvPr>
          <p:cNvSpPr/>
          <p:nvPr/>
        </p:nvSpPr>
        <p:spPr>
          <a:xfrm>
            <a:off x="4562856" y="2560320"/>
            <a:ext cx="3008376" cy="1783080"/>
          </a:xfrm>
          <a:prstGeom prst="roundRect">
            <a:avLst>
              <a:gd name="adj" fmla="val 6307"/>
            </a:avLst>
          </a:prstGeom>
          <a:solidFill>
            <a:srgbClr val="E7F9F5"/>
          </a:solidFill>
          <a:ln>
            <a:solidFill>
              <a:srgbClr val="E7F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1CCA012-7566-42AC-B0D7-F4D246E3037F}"/>
              </a:ext>
            </a:extLst>
          </p:cNvPr>
          <p:cNvSpPr txBox="1"/>
          <p:nvPr/>
        </p:nvSpPr>
        <p:spPr>
          <a:xfrm>
            <a:off x="4764024" y="2743200"/>
            <a:ext cx="26060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 dirty="0">
                <a:solidFill>
                  <a:srgbClr val="233245"/>
                </a:solidFill>
                <a:latin typeface="Malgun Gothic"/>
              </a:rPr>
              <a:t>• </a:t>
            </a:r>
            <a:r>
              <a:rPr sz="1150" dirty="0" err="1">
                <a:solidFill>
                  <a:srgbClr val="233245"/>
                </a:solidFill>
                <a:latin typeface="Malgun Gothic"/>
              </a:rPr>
              <a:t>프론트엔드</a:t>
            </a:r>
            <a:r>
              <a:rPr sz="1150" dirty="0">
                <a:solidFill>
                  <a:srgbClr val="233245"/>
                </a:solidFill>
                <a:latin typeface="Malgun Gothic"/>
              </a:rPr>
              <a:t> </a:t>
            </a:r>
            <a:r>
              <a:rPr sz="1150" dirty="0" err="1">
                <a:solidFill>
                  <a:srgbClr val="233245"/>
                </a:solidFill>
                <a:latin typeface="Malgun Gothic"/>
              </a:rPr>
              <a:t>신입</a:t>
            </a:r>
            <a:r>
              <a:rPr sz="1150" dirty="0">
                <a:solidFill>
                  <a:srgbClr val="233245"/>
                </a:solidFill>
                <a:latin typeface="Malgun Gothic"/>
              </a:rPr>
              <a:t> 1명 </a:t>
            </a:r>
            <a:r>
              <a:rPr sz="1150" dirty="0" err="1">
                <a:solidFill>
                  <a:srgbClr val="233245"/>
                </a:solidFill>
                <a:latin typeface="Malgun Gothic"/>
              </a:rPr>
              <a:t>전담</a:t>
            </a:r>
            <a:endParaRPr sz="1150" dirty="0">
              <a:solidFill>
                <a:srgbClr val="233245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150" dirty="0">
                <a:solidFill>
                  <a:srgbClr val="233245"/>
                </a:solidFill>
                <a:latin typeface="Malgun Gothic"/>
              </a:rPr>
              <a:t>• </a:t>
            </a:r>
            <a:r>
              <a:rPr sz="1150" dirty="0" err="1">
                <a:solidFill>
                  <a:srgbClr val="233245"/>
                </a:solidFill>
                <a:latin typeface="Malgun Gothic"/>
              </a:rPr>
              <a:t>백엔드</a:t>
            </a:r>
            <a:r>
              <a:rPr sz="1150" dirty="0">
                <a:solidFill>
                  <a:srgbClr val="233245"/>
                </a:solidFill>
                <a:latin typeface="Malgun Gothic"/>
              </a:rPr>
              <a:t> </a:t>
            </a:r>
            <a:r>
              <a:rPr sz="1150" dirty="0" err="1">
                <a:solidFill>
                  <a:srgbClr val="233245"/>
                </a:solidFill>
                <a:latin typeface="Malgun Gothic"/>
              </a:rPr>
              <a:t>입문</a:t>
            </a:r>
            <a:r>
              <a:rPr sz="1150" dirty="0">
                <a:solidFill>
                  <a:srgbClr val="233245"/>
                </a:solidFill>
                <a:latin typeface="Malgun Gothic"/>
              </a:rPr>
              <a:t> </a:t>
            </a:r>
            <a:r>
              <a:rPr sz="1150" dirty="0" err="1">
                <a:solidFill>
                  <a:srgbClr val="233245"/>
                </a:solidFill>
                <a:latin typeface="Malgun Gothic"/>
              </a:rPr>
              <a:t>프로젝트로</a:t>
            </a:r>
            <a:r>
              <a:rPr sz="1150" dirty="0">
                <a:solidFill>
                  <a:srgbClr val="233245"/>
                </a:solidFill>
                <a:latin typeface="Malgun Gothic"/>
              </a:rPr>
              <a:t> </a:t>
            </a:r>
            <a:r>
              <a:rPr sz="1150" dirty="0" err="1">
                <a:solidFill>
                  <a:srgbClr val="233245"/>
                </a:solidFill>
                <a:latin typeface="Malgun Gothic"/>
              </a:rPr>
              <a:t>진행</a:t>
            </a:r>
            <a:endParaRPr sz="1150" dirty="0">
              <a:solidFill>
                <a:srgbClr val="233245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150" dirty="0">
                <a:solidFill>
                  <a:srgbClr val="233245"/>
                </a:solidFill>
                <a:latin typeface="Malgun Gothic"/>
              </a:rPr>
              <a:t>• Claude </a:t>
            </a:r>
            <a:r>
              <a:rPr sz="1150" dirty="0" err="1">
                <a:solidFill>
                  <a:srgbClr val="233245"/>
                </a:solidFill>
                <a:latin typeface="Malgun Gothic"/>
              </a:rPr>
              <a:t>보조</a:t>
            </a:r>
            <a:r>
              <a:rPr sz="1150" dirty="0">
                <a:solidFill>
                  <a:srgbClr val="233245"/>
                </a:solidFill>
                <a:latin typeface="Malgun Gothic"/>
              </a:rPr>
              <a:t> </a:t>
            </a:r>
            <a:r>
              <a:rPr sz="1150" dirty="0" err="1">
                <a:solidFill>
                  <a:srgbClr val="233245"/>
                </a:solidFill>
                <a:latin typeface="Malgun Gothic"/>
              </a:rPr>
              <a:t>도구</a:t>
            </a:r>
            <a:r>
              <a:rPr sz="1150" dirty="0">
                <a:solidFill>
                  <a:srgbClr val="233245"/>
                </a:solidFill>
                <a:latin typeface="Malgun Gothic"/>
              </a:rPr>
              <a:t> </a:t>
            </a:r>
            <a:r>
              <a:rPr sz="1150" dirty="0" err="1">
                <a:solidFill>
                  <a:srgbClr val="233245"/>
                </a:solidFill>
                <a:latin typeface="Malgun Gothic"/>
              </a:rPr>
              <a:t>활용</a:t>
            </a:r>
            <a:endParaRPr sz="1150" dirty="0">
              <a:solidFill>
                <a:srgbClr val="233245"/>
              </a:solidFill>
              <a:latin typeface="Malgun Gothic"/>
            </a:endParaRPr>
          </a:p>
          <a:p>
            <a:pPr>
              <a:spcAft>
                <a:spcPts val="400"/>
              </a:spcAft>
            </a:pPr>
            <a:r>
              <a:rPr sz="1150" dirty="0">
                <a:solidFill>
                  <a:srgbClr val="233245"/>
                </a:solidFill>
                <a:latin typeface="Malgun Gothic"/>
              </a:rPr>
              <a:t>• </a:t>
            </a:r>
            <a:r>
              <a:rPr sz="1150" dirty="0" err="1">
                <a:solidFill>
                  <a:srgbClr val="233245"/>
                </a:solidFill>
                <a:latin typeface="Malgun Gothic"/>
              </a:rPr>
              <a:t>개발</a:t>
            </a:r>
            <a:r>
              <a:rPr sz="1150" dirty="0">
                <a:solidFill>
                  <a:srgbClr val="233245"/>
                </a:solidFill>
                <a:latin typeface="Malgun Gothic"/>
              </a:rPr>
              <a:t> </a:t>
            </a:r>
            <a:r>
              <a:rPr sz="1150" dirty="0" err="1">
                <a:solidFill>
                  <a:srgbClr val="233245"/>
                </a:solidFill>
                <a:latin typeface="Malgun Gothic"/>
              </a:rPr>
              <a:t>기간</a:t>
            </a:r>
            <a:r>
              <a:rPr sz="1150" dirty="0">
                <a:solidFill>
                  <a:srgbClr val="233245"/>
                </a:solidFill>
                <a:latin typeface="Malgun Gothic"/>
              </a:rPr>
              <a:t> </a:t>
            </a:r>
            <a:r>
              <a:rPr lang="ko-KR" altLang="en-US" sz="1150" dirty="0">
                <a:solidFill>
                  <a:srgbClr val="233245"/>
                </a:solidFill>
                <a:latin typeface="Malgun Gothic"/>
              </a:rPr>
              <a:t>확정</a:t>
            </a:r>
            <a:endParaRPr sz="1150" dirty="0">
              <a:solidFill>
                <a:srgbClr val="233245"/>
              </a:solidFill>
              <a:latin typeface="Malgun Gothic"/>
            </a:endParaRPr>
          </a:p>
        </p:txBody>
      </p:sp>
      <p:sp>
        <p:nvSpPr>
          <p:cNvPr id="63" name="Rounded Rectangle 18">
            <a:extLst>
              <a:ext uri="{FF2B5EF4-FFF2-40B4-BE49-F238E27FC236}">
                <a16:creationId xmlns:a16="http://schemas.microsoft.com/office/drawing/2014/main" id="{C5593417-3FFB-DC7E-6CC2-7770E5AB3700}"/>
              </a:ext>
            </a:extLst>
          </p:cNvPr>
          <p:cNvSpPr/>
          <p:nvPr/>
        </p:nvSpPr>
        <p:spPr>
          <a:xfrm>
            <a:off x="8083296" y="1600200"/>
            <a:ext cx="3520440" cy="30632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10160">
            <a:solidFill>
              <a:srgbClr val="D9E4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19">
            <a:extLst>
              <a:ext uri="{FF2B5EF4-FFF2-40B4-BE49-F238E27FC236}">
                <a16:creationId xmlns:a16="http://schemas.microsoft.com/office/drawing/2014/main" id="{7F3C31AA-7970-13C9-157F-9C037D265092}"/>
              </a:ext>
            </a:extLst>
          </p:cNvPr>
          <p:cNvSpPr/>
          <p:nvPr/>
        </p:nvSpPr>
        <p:spPr>
          <a:xfrm>
            <a:off x="8083296" y="1600200"/>
            <a:ext cx="3520440" cy="57600"/>
          </a:xfrm>
          <a:prstGeom prst="rect">
            <a:avLst/>
          </a:prstGeom>
          <a:solidFill>
            <a:srgbClr val="F58E21"/>
          </a:solidFill>
          <a:ln>
            <a:solidFill>
              <a:srgbClr val="F58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20">
            <a:extLst>
              <a:ext uri="{FF2B5EF4-FFF2-40B4-BE49-F238E27FC236}">
                <a16:creationId xmlns:a16="http://schemas.microsoft.com/office/drawing/2014/main" id="{0DD4E709-A0B8-10F3-AF2F-674C5A182FCE}"/>
              </a:ext>
            </a:extLst>
          </p:cNvPr>
          <p:cNvSpPr/>
          <p:nvPr/>
        </p:nvSpPr>
        <p:spPr>
          <a:xfrm>
            <a:off x="8339328" y="1947672"/>
            <a:ext cx="438912" cy="438912"/>
          </a:xfrm>
          <a:prstGeom prst="ellipse">
            <a:avLst/>
          </a:prstGeom>
          <a:solidFill>
            <a:srgbClr val="F58E21"/>
          </a:solidFill>
          <a:ln>
            <a:solidFill>
              <a:srgbClr val="F58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9437C3-551B-7AAC-8110-8D3AD8ABA258}"/>
              </a:ext>
            </a:extLst>
          </p:cNvPr>
          <p:cNvSpPr txBox="1"/>
          <p:nvPr/>
        </p:nvSpPr>
        <p:spPr>
          <a:xfrm>
            <a:off x="8339328" y="1947672"/>
            <a:ext cx="438912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83B4F0-450F-267E-4F1E-5176B815F06F}"/>
              </a:ext>
            </a:extLst>
          </p:cNvPr>
          <p:cNvSpPr txBox="1"/>
          <p:nvPr/>
        </p:nvSpPr>
        <p:spPr>
          <a:xfrm>
            <a:off x="8906256" y="1911096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172B53"/>
                </a:solidFill>
                <a:latin typeface="Malgun Gothic"/>
              </a:rPr>
              <a:t>정책·검수 기준 승인</a:t>
            </a:r>
          </a:p>
        </p:txBody>
      </p:sp>
      <p:sp>
        <p:nvSpPr>
          <p:cNvPr id="73" name="Rounded Rectangle 23">
            <a:extLst>
              <a:ext uri="{FF2B5EF4-FFF2-40B4-BE49-F238E27FC236}">
                <a16:creationId xmlns:a16="http://schemas.microsoft.com/office/drawing/2014/main" id="{AA66B504-AB3B-F4BF-F311-F63007859A27}"/>
              </a:ext>
            </a:extLst>
          </p:cNvPr>
          <p:cNvSpPr/>
          <p:nvPr/>
        </p:nvSpPr>
        <p:spPr>
          <a:xfrm>
            <a:off x="8339328" y="2560320"/>
            <a:ext cx="3008376" cy="1783080"/>
          </a:xfrm>
          <a:prstGeom prst="roundRect">
            <a:avLst>
              <a:gd name="adj" fmla="val 8897"/>
            </a:avLst>
          </a:prstGeom>
          <a:solidFill>
            <a:srgbClr val="FFF6E8"/>
          </a:solidFill>
          <a:ln>
            <a:solidFill>
              <a:srgbClr val="FFF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9FFAE49-97A2-B59C-F68D-BF00081DA754}"/>
              </a:ext>
            </a:extLst>
          </p:cNvPr>
          <p:cNvSpPr txBox="1"/>
          <p:nvPr/>
        </p:nvSpPr>
        <p:spPr>
          <a:xfrm>
            <a:off x="8540496" y="2743200"/>
            <a:ext cx="2606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50">
                <a:solidFill>
                  <a:srgbClr val="233245"/>
                </a:solidFill>
                <a:latin typeface="Malgun Gothic"/>
              </a:rPr>
              <a:t>• 예약 기능은 서비스 정책상 미제공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233245"/>
                </a:solidFill>
                <a:latin typeface="Malgun Gothic"/>
              </a:rPr>
              <a:t>• 관리자 POC 초기화 제공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233245"/>
                </a:solidFill>
                <a:latin typeface="Malgun Gothic"/>
              </a:rPr>
              <a:t>• 개발자 조작 없는 E2E 검수</a:t>
            </a:r>
          </a:p>
          <a:p>
            <a:pPr>
              <a:spcAft>
                <a:spcPts val="400"/>
              </a:spcAft>
            </a:pPr>
            <a:r>
              <a:rPr sz="1150">
                <a:solidFill>
                  <a:srgbClr val="233245"/>
                </a:solidFill>
                <a:latin typeface="Malgun Gothic"/>
              </a:rPr>
              <a:t>• 동일 흐름 3회 연속 성공</a:t>
            </a:r>
          </a:p>
        </p:txBody>
      </p:sp>
      <p:sp>
        <p:nvSpPr>
          <p:cNvPr id="77" name="Rounded Rectangle 25">
            <a:extLst>
              <a:ext uri="{FF2B5EF4-FFF2-40B4-BE49-F238E27FC236}">
                <a16:creationId xmlns:a16="http://schemas.microsoft.com/office/drawing/2014/main" id="{3BD103E1-7CEF-FDA7-5562-F3E80CF18DED}"/>
              </a:ext>
            </a:extLst>
          </p:cNvPr>
          <p:cNvSpPr/>
          <p:nvPr/>
        </p:nvSpPr>
        <p:spPr>
          <a:xfrm>
            <a:off x="530352" y="4983480"/>
            <a:ext cx="10789920" cy="987552"/>
          </a:xfrm>
          <a:prstGeom prst="roundRect">
            <a:avLst/>
          </a:prstGeom>
          <a:solidFill>
            <a:srgbClr val="172B53"/>
          </a:solidFill>
          <a:ln>
            <a:solidFill>
              <a:srgbClr val="172B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F0C13F4-1B89-7F4B-CBBC-18B3D7DBCE42}"/>
              </a:ext>
            </a:extLst>
          </p:cNvPr>
          <p:cNvSpPr txBox="1"/>
          <p:nvPr/>
        </p:nvSpPr>
        <p:spPr>
          <a:xfrm>
            <a:off x="822960" y="5166360"/>
            <a:ext cx="10149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0">
                <a:solidFill>
                  <a:srgbClr val="FFFFFF"/>
                </a:solidFill>
                <a:latin typeface="Malgun Gothic"/>
              </a:rPr>
              <a:t>결정 후 진행안: </a:t>
            </a:r>
            <a:r>
              <a:rPr sz="1250" b="1">
                <a:solidFill>
                  <a:srgbClr val="6EE7B7"/>
                </a:solidFill>
                <a:latin typeface="Malgun Gothic"/>
              </a:rPr>
              <a:t>구현·검수 정의서 v1.0 고정</a:t>
            </a:r>
            <a:r>
              <a:rPr sz="1250" b="0">
                <a:solidFill>
                  <a:srgbClr val="FFFFFF"/>
                </a:solidFill>
                <a:latin typeface="Malgun Gothic"/>
              </a:rPr>
              <a:t> → 개발자 구현 확인 메모 작성 → </a:t>
            </a:r>
            <a:r>
              <a:rPr sz="1250" b="1">
                <a:solidFill>
                  <a:srgbClr val="93C5FD"/>
                </a:solidFill>
                <a:latin typeface="Malgun Gothic"/>
              </a:rPr>
              <a:t>1단계 베이 상태 단일화 착수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664F620-70A0-D867-6BC1-00AEECEA436B}"/>
              </a:ext>
            </a:extLst>
          </p:cNvPr>
          <p:cNvSpPr txBox="1"/>
          <p:nvPr/>
        </p:nvSpPr>
        <p:spPr>
          <a:xfrm>
            <a:off x="384048" y="64922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50">
                <a:solidFill>
                  <a:srgbClr val="5A697D"/>
                </a:solidFill>
                <a:latin typeface="Malgun Gothic"/>
              </a:rPr>
              <a:t>영차 1차 POC 범위 공유  |  6</a:t>
            </a:r>
          </a:p>
        </p:txBody>
      </p:sp>
    </p:spTree>
    <p:extLst>
      <p:ext uri="{BB962C8B-B14F-4D97-AF65-F5344CB8AC3E}">
        <p14:creationId xmlns:p14="http://schemas.microsoft.com/office/powerpoint/2010/main" val="4399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880</Words>
  <Application>Microsoft Office PowerPoint</Application>
  <PresentationFormat>와이드스크린</PresentationFormat>
  <Paragraphs>184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AIMWID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영차 1차 POC 범위 공유</dc:title>
  <dc:subject>영차 1차 POC 범위 및 구현·검수 정의서 공유</dc:subject>
  <dc:creator>OpenAI</dc:creator>
  <cp:lastModifiedBy>우영하</cp:lastModifiedBy>
  <cp:revision>1</cp:revision>
  <dcterms:created xsi:type="dcterms:W3CDTF">2026-07-15T02:40:21Z</dcterms:created>
  <dcterms:modified xsi:type="dcterms:W3CDTF">2026-07-20T01:11:24Z</dcterms:modified>
</cp:coreProperties>
</file>